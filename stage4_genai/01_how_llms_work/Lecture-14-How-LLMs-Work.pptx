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4.1  |  Stage 4: Generative 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How LLMs 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Tokens, Embeddings, and Next-Token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The core idea: next-token prediction</a:t>
            </a:r>
          </a:p>
          <a:p>
            <a:r>
              <a:rPr sz="1600"/>
              <a:t>Tokens - how text becomes model input</a:t>
            </a:r>
          </a:p>
          <a:p>
            <a:r>
              <a:rPr sz="1600"/>
              <a:t>Embeddings - meaning as vectors</a:t>
            </a:r>
          </a:p>
          <a:p>
            <a:r>
              <a:rPr sz="1600"/>
              <a:t>Attention - which tokens matter to which</a:t>
            </a:r>
          </a:p>
          <a:p>
            <a:r>
              <a:rPr sz="1600"/>
              <a:t>Classic ML vs LLMs - the paradigm shift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Next-Token</a:t>
            </a:r>
          </a:p>
          <a:p>
            <a:r>
              <a:t>Prediction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LLM Is a Next-Token Predictor</a:t>
            </a:r>
          </a:p>
        </p:txBody>
      </p:sp>
      <p:pic>
        <p:nvPicPr>
          <p:cNvPr id="3" name="Picture 2" descr="next_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0"/>
            <a:ext cx="11887200" cy="3532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That's all it's doing.</a:t>
            </a:r>
          </a:p>
          <a:p>
            <a:r>
              <a:rPr sz="1400"/>
              <a:t/>
            </a:r>
          </a:p>
          <a:p>
            <a:r>
              <a:rPr sz="1400"/>
              <a:t>Everything impressive about</a:t>
            </a:r>
          </a:p>
          <a:p>
            <a:r>
              <a:rPr sz="1400"/>
              <a:t>ChatGPT and Claude comes</a:t>
            </a:r>
          </a:p>
          <a:p>
            <a:r>
              <a:rPr sz="1400"/>
              <a:t>from predicting the</a:t>
            </a:r>
          </a:p>
          <a:p>
            <a:r>
              <a:rPr sz="1400"/>
              <a:t>next token.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Everything Emerges from This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The model predicts one token at a time</a:t>
            </a:r>
          </a:p>
          <a:p>
            <a:r>
              <a:rPr sz="1400"/>
              <a:t>  Then feeds its output back as input</a:t>
            </a:r>
          </a:p>
          <a:p>
            <a:r>
              <a:rPr sz="1400"/>
              <a:t>  And repeats</a:t>
            </a:r>
          </a:p>
          <a:p>
            <a:r>
              <a:rPr sz="1400"/>
              <a:t/>
            </a:r>
          </a:p>
          <a:p>
            <a:r>
              <a:rPr sz="1400"/>
              <a:t>Reasoning, coding, summarisation -</a:t>
            </a:r>
          </a:p>
          <a:p>
            <a:r>
              <a:rPr sz="1400"/>
              <a:t>all emerge from next-token prediction</a:t>
            </a:r>
          </a:p>
          <a:p>
            <a:r>
              <a:rPr sz="1400"/>
              <a:t>trained on trillions of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Tokens and</a:t>
            </a:r>
          </a:p>
          <a:p>
            <a:r>
              <a:t>Embeddings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Tokens: How Text Becomes Model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Roughly 1 token = 1 word:</a:t>
            </a:r>
          </a:p>
          <a:p>
            <a:r>
              <a:rPr sz="1400"/>
              <a:t>  "the" = 1 token</a:t>
            </a:r>
          </a:p>
          <a:p>
            <a:r>
              <a:rPr sz="1400"/>
              <a:t>  "attack" = 1 token</a:t>
            </a:r>
          </a:p>
          <a:p>
            <a:r>
              <a:rPr sz="1400"/>
              <a:t/>
            </a:r>
          </a:p>
          <a:p>
            <a:r>
              <a:rPr sz="1400"/>
              <a:t>Subwords for rare terms:</a:t>
            </a:r>
          </a:p>
          <a:p>
            <a:r>
              <a:rPr sz="1400"/>
              <a:t>  "injection" = "inject" + "ion"</a:t>
            </a:r>
          </a:p>
          <a:p>
            <a:r>
              <a:rPr sz="1400"/>
              <a:t>  "CVE-2024-1234" = 5 tokens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Why tokens matter:</a:t>
            </a:r>
          </a:p>
          <a:p>
            <a:r>
              <a:rPr sz="1400"/>
              <a:t/>
            </a:r>
          </a:p>
          <a:p>
            <a:r>
              <a:rPr sz="1400"/>
              <a:t>API pricing is per-token</a:t>
            </a:r>
          </a:p>
          <a:p>
            <a:r>
              <a:rPr sz="1400"/>
              <a:t/>
            </a:r>
          </a:p>
          <a:p>
            <a:r>
              <a:rPr sz="1400"/>
              <a:t>Context windows measured in tokens</a:t>
            </a:r>
          </a:p>
          <a:p>
            <a:r>
              <a:rPr sz="1400"/>
              <a:t>  (Claude: 200,000 tokens)</a:t>
            </a:r>
          </a:p>
          <a:p>
            <a:r>
              <a:rPr sz="1400"/>
              <a:t/>
            </a:r>
          </a:p>
          <a:p>
            <a:r>
              <a:rPr sz="1400"/>
              <a:t>Long documents need chunking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Embeddings: Meaning as Vectors</a:t>
            </a:r>
          </a:p>
        </p:txBody>
      </p:sp>
      <p:pic>
        <p:nvPicPr>
          <p:cNvPr id="3" name="Picture 2" descr="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877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Attention</a:t>
            </a:r>
          </a:p>
          <a:p>
            <a:r>
              <a:t>Mechanism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Attention: Which Tokens Matter to Which?</a:t>
            </a:r>
          </a:p>
        </p:txBody>
      </p:sp>
      <p:pic>
        <p:nvPicPr>
          <p:cNvPr id="3" name="Picture 2" descr="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38644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Classic ML</a:t>
            </a:r>
          </a:p>
          <a:p>
            <a:r>
              <a:t>vs LLMs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Paradigm Shift</a:t>
            </a:r>
          </a:p>
        </p:txBody>
      </p:sp>
      <p:pic>
        <p:nvPicPr>
          <p:cNvPr id="3" name="Picture 2" descr="classic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4350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3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Tokenisation - text to tokens to IDs, vocabulary, OOV</a:t>
            </a:r>
          </a:p>
          <a:p>
            <a:r>
              <a:rPr sz="1600"/>
              <a:t>Exercise 2:  Embeddings - tokens to vectors, cosine similarity, semantic distance</a:t>
            </a:r>
          </a:p>
          <a:p>
            <a:r>
              <a:rPr sz="1600"/>
              <a:t>Exercise 3:  Attention - weight matrices, which words attend to which</a:t>
            </a:r>
          </a:p>
          <a:p>
            <a:r>
              <a:rPr sz="1600"/>
              <a:t/>
            </a:r>
          </a:p>
          <a:p>
            <a:r>
              <a:rPr sz="1600"/>
              <a:t>No GPU or API key required - all exercises run on NumPy alone</a:t>
            </a:r>
          </a:p>
          <a:p>
            <a:r>
              <a:rPr sz="1600"/>
              <a:t>The goal is intuition, not production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LLMs predict the next token - everything else emerges from this</a:t>
            </a:r>
          </a:p>
          <a:p>
            <a:r>
              <a:rPr sz="1500"/>
              <a:t>Tokens are roughly words; rare terms get split into subwords</a:t>
            </a:r>
          </a:p>
          <a:p>
            <a:r>
              <a:rPr sz="1500"/>
              <a:t>Embeddings map tokens to vectors - similar meaning = similar vectors</a:t>
            </a:r>
          </a:p>
          <a:p>
            <a:r>
              <a:rPr sz="1500"/>
              <a:t>Attention lets the model focus on relevant tokens across the input</a:t>
            </a:r>
          </a:p>
          <a:p>
            <a:r>
              <a:rPr sz="1500"/>
              <a:t>LLMs are pre-trained on trillions of tokens - you use them, not train them</a:t>
            </a:r>
          </a:p>
          <a:p>
            <a:r>
              <a:rPr sz="1500"/>
              <a:t>Next: HuggingFace - use pre-trained models with zero training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4.2 - HuggingFace Pre-trained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How LLMs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