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1.2 —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Linear Regression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For Security Professionals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Predicting a number — regression vs classification</a:t>
            </a:r>
          </a:p>
          <a:p>
            <a:pPr/>
            <a:r>
              <a:t>Real-life example: server response time</a:t>
            </a:r>
          </a:p>
          <a:p>
            <a:pPr/>
            <a:r>
              <a:t>The equation: y = weight * x + bias</a:t>
            </a:r>
          </a:p>
          <a:p>
            <a:pPr/>
            <a:r>
              <a:t>Train/test split and model fitting</a:t>
            </a:r>
          </a:p>
          <a:p>
            <a:pPr/>
            <a:r>
              <a:t>Evaluation: R², RMSE, MAE</a:t>
            </a:r>
          </a:p>
          <a:p>
            <a:pPr/>
            <a:r>
              <a:t>Security application: DoS anomaly detection</a:t>
            </a:r>
          </a:p>
          <a:p>
            <a:pPr/>
            <a:r>
              <a:t>Workshop: 4 hands-on exercises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Predicting a Number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Regression vs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Classification (Lesson 1.3): predict a category — phishing or legitimate</a:t>
            </a:r>
          </a:p>
          <a:p>
            <a:pPr/>
            <a:r>
              <a:t>Regression: predict a continuous number — response time in milliseconds</a:t>
            </a:r>
          </a:p>
          <a:p>
            <a:pPr/>
            <a:r>
              <a:t>Linear regression fits a straight line through your data:</a:t>
            </a:r>
          </a:p>
          <a:p>
            <a:pPr lvl="1"/>
            <a:r>
              <a:t>y = (weight × x) + bias</a:t>
            </a:r>
          </a:p>
          <a:p>
            <a:pPr lvl="1"/>
            <a:r>
              <a:t>weight — how many ms per extra request/second</a:t>
            </a:r>
          </a:p>
          <a:p>
            <a:pPr lvl="1"/>
            <a:r>
              <a:t>bias — baseline ms when traffic = 0</a:t>
            </a:r>
          </a:p>
          <a:p>
            <a:pPr/>
            <a:r>
              <a:t>The model learns the best weight and bias to minimise error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Real-Life Example: Server Response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Scenario: monitoring a web server under varying traffic load</a:t>
            </a:r>
          </a:p>
          <a:p>
            <a:pPr/>
            <a:r>
              <a:t>As requests/second increases, response time goes up</a:t>
            </a:r>
          </a:p>
          <a:p>
            <a:pPr/>
            <a:r>
              <a:t>Can we predict response time from traffic?</a:t>
            </a:r>
          </a:p>
          <a:p>
            <a:pPr/>
            <a:r>
              <a:t>Why this matters for security:</a:t>
            </a:r>
          </a:p>
          <a:p>
            <a:pPr lvl="1"/>
            <a:r>
              <a:t>Build a 'normal behaviour' baseline</a:t>
            </a:r>
          </a:p>
          <a:p>
            <a:pPr lvl="1"/>
            <a:r>
              <a:t>Predicted = 120ms but actual = 4000ms → possible DoS attack</a:t>
            </a:r>
          </a:p>
          <a:p>
            <a:pPr lvl="1"/>
            <a:r>
              <a:t>This is the foundation of anomaly detection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Training the Model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 / Test Split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Split your data before training — never evaluate on training data</a:t>
            </a:r>
          </a:p>
          <a:p>
            <a:pPr/>
            <a:r>
              <a:t>train_test_split(X, y, test_size=0.2, random_state=42)</a:t>
            </a:r>
          </a:p>
          <a:p>
            <a:pPr lvl="1"/>
            <a:r>
              <a:t>80% of data → training set (model learns from this)</a:t>
            </a:r>
          </a:p>
          <a:p>
            <a:pPr lvl="1"/>
            <a:r>
              <a:t>20% of data → test set (model is evaluated on this)</a:t>
            </a:r>
          </a:p>
          <a:p>
            <a:pPr/>
            <a:r>
              <a:t>Why?</a:t>
            </a:r>
          </a:p>
          <a:p>
            <a:pPr lvl="1"/>
            <a:r>
              <a:t>Evaluating on training data measures memorisation, not generalisation</a:t>
            </a:r>
          </a:p>
          <a:p>
            <a:pPr lvl="1"/>
            <a:r>
              <a:t>The test set gives an honest estimate of real-world performance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Fitting and Predicting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model = LinearRegression()</a:t>
            </a:r>
          </a:p>
          <a:p>
            <a:pPr/>
            <a:r>
              <a:t>model.fit(X_train, y_train)   — learn the line from training data</a:t>
            </a:r>
          </a:p>
          <a:p>
            <a:pPr/>
            <a:r>
              <a:t>y_pred = model.predict(X_test)   — predict on unseen data</a:t>
            </a:r>
          </a:p>
          <a:p>
            <a:pPr/>
            <a:r>
              <a:t>After fitting, inspect what the model learned:</a:t>
            </a:r>
          </a:p>
          <a:p>
            <a:pPr lvl="1"/>
            <a:r>
              <a:t>model.coef_   — the slope (ms per req/s)</a:t>
            </a:r>
          </a:p>
          <a:p>
            <a:pPr lvl="1"/>
            <a:r>
              <a:t>model.intercept_   — baseline response time</a:t>
            </a:r>
          </a:p>
          <a:p>
            <a:pPr/>
            <a:r>
              <a:t>These numbers have direct physical meaning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Evaluating the Model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Regression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R² (R-squared) — how well the line fits the data</a:t>
            </a:r>
          </a:p>
          <a:p>
            <a:pPr lvl="1"/>
            <a:r>
              <a:t>1.0 = perfect fit, 0 = no better than predicting the mean</a:t>
            </a:r>
          </a:p>
          <a:p>
            <a:pPr/>
            <a:r>
              <a:t>RMSE (Root Mean Squared Error) — average error in same units as target</a:t>
            </a:r>
          </a:p>
          <a:p>
            <a:pPr lvl="1"/>
            <a:r>
              <a:t>RMSE = 25ms means predictions are off by ~25ms on average</a:t>
            </a:r>
          </a:p>
          <a:p>
            <a:pPr/>
            <a:r>
              <a:t>MAE (Mean Absolute Error) — similar to RMSE, less sensitive to outliers</a:t>
            </a:r>
          </a:p>
          <a:p>
            <a:pPr/>
            <a:r>
              <a:t>On clean synthetic data, expect R² close to 1.0</a:t>
            </a:r>
          </a:p>
          <a:p>
            <a:pPr/>
            <a:r>
              <a:t>On real-world data, R² &gt; 0.7 is often considered good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Application: Anomaly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Once you have a trained model, you have a baseline:</a:t>
            </a:r>
          </a:p>
          <a:p>
            <a:pPr/>
            <a:r>
              <a:t>For any traffic level, the model predicts 'expected' response time</a:t>
            </a:r>
          </a:p>
          <a:p>
            <a:pPr/>
            <a:r>
              <a:t>Compare actual vs predicted:</a:t>
            </a:r>
          </a:p>
          <a:p>
            <a:pPr lvl="1"/>
            <a:r>
              <a:t>actual - predicted = residual</a:t>
            </a:r>
          </a:p>
          <a:p>
            <a:pPr/>
            <a:r>
              <a:t>Large positive residual → server slower than expected → investigate</a:t>
            </a:r>
          </a:p>
          <a:p>
            <a:pPr lvl="1"/>
            <a:r>
              <a:t>Possible causes: DoS attack, resource exhaustion, crypto mining</a:t>
            </a:r>
          </a:p>
          <a:p>
            <a:pPr/>
            <a:r>
              <a:t>This simple technique powers many production anomaly detectors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Limitations &amp;</a:t>
            </a:r>
          </a:p>
          <a:p>
            <a:r>
              <a:t>Workshop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of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Only captures linear relationships</a:t>
            </a:r>
          </a:p>
          <a:p>
            <a:pPr/>
            <a:r>
              <a:t>Real servers often behave non-linearly:</a:t>
            </a:r>
          </a:p>
          <a:p>
            <a:pPr lvl="1"/>
            <a:r>
              <a:t>Fine at low load, then suddenly slow past a threshold</a:t>
            </a:r>
          </a:p>
          <a:p>
            <a:pPr/>
            <a:r>
              <a:t>Cannot classify — it predicts a number, not a category</a:t>
            </a:r>
          </a:p>
          <a:p>
            <a:pPr lvl="1"/>
            <a:r>
              <a:t>For binary decisions (attack/benign), use logistic regression (Lesson 1.3)</a:t>
            </a:r>
          </a:p>
          <a:p>
            <a:pPr/>
            <a:r>
              <a:t>For complex non-linear patterns, use neural networks (Stage 3)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— 4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Exercise 1: Understanding regression — the dataset, visualising the relationship</a:t>
            </a:r>
          </a:p>
          <a:p>
            <a:pPr/>
            <a:r>
              <a:t>Exercise 2: Train/test split — why we split, the danger of evaluating on training data</a:t>
            </a:r>
          </a:p>
          <a:p>
            <a:pPr/>
            <a:r>
              <a:t>Exercise 3: Fit and predict — model.fit(), slope and intercept, visualise the line</a:t>
            </a:r>
          </a:p>
          <a:p>
            <a:pPr/>
            <a:r>
              <a:t>Exercise 4: Evaluate — MSE, RMSE, MAE, R², build a security baseline</a:t>
            </a:r>
          </a:p>
          <a:p>
            <a:pPr/>
            <a:r>
              <a:t>Each exercise has:</a:t>
            </a:r>
          </a:p>
          <a:p>
            <a:pPr lvl="1"/>
            <a:r>
              <a:t>lecture.md — concept explanation</a:t>
            </a:r>
          </a:p>
          <a:p>
            <a:pPr lvl="1"/>
            <a:r>
              <a:t>handson.md — step-by-step lab</a:t>
            </a:r>
          </a:p>
          <a:p>
            <a:pPr lvl="1"/>
            <a:r>
              <a:t>solution_linear_regression.py — reference implementation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Linear regression predicts a continuous value: y = weight × x + bias</a:t>
            </a:r>
          </a:p>
          <a:p>
            <a:pPr/>
            <a:r>
              <a:t>The model learns weight and bias by minimising prediction error</a:t>
            </a:r>
          </a:p>
          <a:p>
            <a:pPr/>
            <a:r>
              <a:t>R² measures fit quality; RMSE measures average error in real units</a:t>
            </a:r>
          </a:p>
          <a:p>
            <a:pPr/>
            <a:r>
              <a:t>Always split data into train/test before fitting</a:t>
            </a:r>
          </a:p>
          <a:p>
            <a:pPr/>
            <a:r>
              <a:t>Security use: build a baseline, flag anomalies when actual &gt;&gt; predicted</a:t>
            </a:r>
          </a:p>
          <a:p>
            <a:pPr/>
            <a:r>
              <a:t>Next: Lesson 1.3 — Logistic Regression (binary classification)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Next → Lesson 1.3: Logistic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Linear Regression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