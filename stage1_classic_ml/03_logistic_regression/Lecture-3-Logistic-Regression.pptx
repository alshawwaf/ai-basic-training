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</p:sldMasterIdLst>
  <p:notesMasterIdLst>
    <p:notesMasterId r:id="rId11"/>
  </p:notesMasterIdLst>
  <p:handoutMasterIdLst>
    <p:handoutMasterId r:id="rId12"/>
  </p:handoutMasterIdLst>
  <p:sldIdLst>
    <p:sldId id="256" r:id="rId10"/>
    <p:sldId id="257" r:id="rId9"/>
    <p:sldId id="258" r:id="rId8"/>
    <p:sldId id="259" r:id="rId7"/>
    <p:sldId id="260" r:id="rId6"/>
    <p:sldId id="261" r:id="rId5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</p:sldIdLst>
  <p:sldSz cx="12188825" cy="6858000"/>
  <p:notesSz cx="7010400" cy="9296400"/>
  <p:defaultTextStyle>
    <a:defPPr>
      <a:defRPr lang="en-US"/>
    </a:defPPr>
    <a:lvl1pPr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1pPr>
    <a:lvl2pPr marL="609493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2pPr>
    <a:lvl3pPr marL="1218987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3pPr>
    <a:lvl4pPr marL="1828480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4pPr>
    <a:lvl5pPr marL="2437973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5pPr>
    <a:lvl6pPr marL="3047467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6pPr>
    <a:lvl7pPr marL="3656960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7pPr>
    <a:lvl8pPr marL="4266453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8pPr>
    <a:lvl9pPr marL="4875947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achel Peak" initials="" lastIdx="8" clrIdx="0"/>
  <p:cmAuthor id="1" name="Shay Barak" initials="SB" lastIdx="1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8A8A"/>
    <a:srgbClr val="9F03AD"/>
    <a:srgbClr val="373144"/>
    <a:srgbClr val="8D1557"/>
    <a:srgbClr val="000000"/>
    <a:srgbClr val="F2F2F2"/>
    <a:srgbClr val="F9F9F9"/>
    <a:srgbClr val="E6E7E8"/>
    <a:srgbClr val="270E03"/>
    <a:srgbClr val="F06B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79" autoAdjust="0"/>
    <p:restoredTop sz="94041" autoAdjust="0"/>
  </p:normalViewPr>
  <p:slideViewPr>
    <p:cSldViewPr snapToGrid="0" snapToObjects="1">
      <p:cViewPr varScale="1">
        <p:scale>
          <a:sx n="119" d="100"/>
          <a:sy n="119" d="100"/>
        </p:scale>
        <p:origin x="1120" y="192"/>
      </p:cViewPr>
      <p:guideLst/>
    </p:cSldViewPr>
  </p:slideViewPr>
  <p:outlineViewPr>
    <p:cViewPr>
      <p:scale>
        <a:sx n="33" d="100"/>
        <a:sy n="33" d="100"/>
      </p:scale>
      <p:origin x="0" y="-84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notesViewPr>
    <p:cSldViewPr snapToGrid="0" snapToObjects="1" showGuides="1">
      <p:cViewPr varScale="1">
        <p:scale>
          <a:sx n="114" d="100"/>
          <a:sy n="114" d="100"/>
        </p:scale>
        <p:origin x="4867" y="66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commentAuthors" Target="commentAuthor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54A2399-B892-45F0-82BB-FD8C95A65D36}" type="datetimeFigureOut">
              <a:rPr lang="en-US" smtClean="0">
                <a:latin typeface="Arial" panose="020B0604020202020204" pitchFamily="34" charset="0"/>
              </a:rPr>
              <a:t>4/2/26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D8DE283-2FFE-4E79-86B3-19981A050BF6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877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7988" y="696913"/>
            <a:ext cx="619442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fld id="{3EEE9B47-791B-47F7-AE03-C0D580CA0B6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8160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7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svg"/><Relationship Id="rId3" Type="http://schemas.openxmlformats.org/officeDocument/2006/relationships/image" Target="../media/image7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A361E9B-415E-1D98-E45A-419F81748D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-20250"/>
            <a:ext cx="12188952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7BB81B3-060C-D235-077D-FC8A8C1A6F5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F5B1A4-B3B5-C9C7-087A-AB3118FFBD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5144322"/>
            <a:ext cx="12188823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peaker name and date"/>
          <p:cNvSpPr>
            <a:spLocks noGrp="1"/>
          </p:cNvSpPr>
          <p:nvPr userDrawn="1">
            <p:ph type="subTitle" idx="1" hasCustomPrompt="1"/>
          </p:nvPr>
        </p:nvSpPr>
        <p:spPr>
          <a:xfrm>
            <a:off x="925841" y="3922059"/>
            <a:ext cx="5804989" cy="443809"/>
          </a:xfrm>
          <a:prstGeom prst="rect">
            <a:avLst/>
          </a:prstGeom>
        </p:spPr>
        <p:txBody>
          <a:bodyPr lIns="91440" tIns="45720" rIns="91440" bIns="45720" anchor="t" anchorCtr="0">
            <a:noAutofit/>
          </a:bodyPr>
          <a:lstStyle>
            <a:lvl1pPr marL="0" indent="0" algn="l">
              <a:lnSpc>
                <a:spcPts val="2666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0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5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9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Speaker Title</a:t>
            </a:r>
          </a:p>
        </p:txBody>
      </p:sp>
      <p:sp>
        <p:nvSpPr>
          <p:cNvPr id="14" name="Sub-titl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25841" y="3095722"/>
            <a:ext cx="6877606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 dirty="0"/>
              <a:t>Presentation Subtitle</a:t>
            </a:r>
          </a:p>
        </p:txBody>
      </p:sp>
      <p:sp>
        <p:nvSpPr>
          <p:cNvPr id="15" name="Title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25841" y="1823170"/>
            <a:ext cx="6882295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 dirty="0"/>
              <a:t>Presentation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B646B97-D87F-E7F2-70F6-BFBAA1F87EA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540" y="5782430"/>
            <a:ext cx="2747121" cy="117277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5977683-DAC8-C27B-7CE5-284A0D2EFBA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5841" y="4365868"/>
            <a:ext cx="2200275" cy="3001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AF9E839-C5C1-2DB0-16E2-EB75FF99D2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554965"/>
            <a:ext cx="2286000" cy="48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940391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4C70B7-95CC-3CF5-C32B-86F18C44F1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363153"/>
            <a:ext cx="10365374" cy="48317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504EDE-2B23-D9FA-8FFA-1E9232839E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8693331" y="-1"/>
            <a:ext cx="3495493" cy="6858000"/>
          </a:xfrm>
          <a:prstGeom prst="rect">
            <a:avLst/>
          </a:prstGeom>
          <a:solidFill>
            <a:schemeClr val="bg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77D332-F4F2-D041-D66C-FDF402D069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-3683" y="1423852"/>
            <a:ext cx="9781232" cy="467650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_page number">
            <a:extLst>
              <a:ext uri="{FF2B5EF4-FFF2-40B4-BE49-F238E27FC236}">
                <a16:creationId xmlns:a16="http://schemas.microsoft.com/office/drawing/2014/main" id="{9CD01D99-31BE-42B2-D628-F2E50BEFE569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rgbClr val="8A8A8A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rgbClr val="8A8A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Footer_copyright">
            <a:extLst>
              <a:ext uri="{FF2B5EF4-FFF2-40B4-BE49-F238E27FC236}">
                <a16:creationId xmlns:a16="http://schemas.microsoft.com/office/drawing/2014/main" id="{4F825279-FEDA-92A2-2E79-F33F52F2533D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Ltd. </a:t>
            </a:r>
          </a:p>
        </p:txBody>
      </p:sp>
      <p:sp>
        <p:nvSpPr>
          <p:cNvPr id="5" name="Agenda list">
            <a:extLst>
              <a:ext uri="{FF2B5EF4-FFF2-40B4-BE49-F238E27FC236}">
                <a16:creationId xmlns:a16="http://schemas.microsoft.com/office/drawing/2014/main" id="{F383E0B0-6F30-8351-3898-531B122C59B2}"/>
              </a:ext>
            </a:extLst>
          </p:cNvPr>
          <p:cNvSpPr>
            <a:spLocks noGrp="1"/>
          </p:cNvSpPr>
          <p:nvPr userDrawn="1">
            <p:ph sz="quarter" idx="13"/>
          </p:nvPr>
        </p:nvSpPr>
        <p:spPr>
          <a:xfrm>
            <a:off x="1421608" y="1936434"/>
            <a:ext cx="7465727" cy="2852675"/>
          </a:xfrm>
        </p:spPr>
        <p:txBody>
          <a:bodyPr/>
          <a:lstStyle>
            <a:lvl1pPr marL="0" indent="0">
              <a:lnSpc>
                <a:spcPct val="2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105000"/>
              <a:buFontTx/>
              <a:buNone/>
              <a:defRPr sz="2000">
                <a:solidFill>
                  <a:schemeClr val="bg1"/>
                </a:solidFill>
              </a:defRPr>
            </a:lvl1pPr>
            <a:lvl2pPr marL="576072" indent="-228600">
              <a:buClr>
                <a:schemeClr val="bg1">
                  <a:lumMod val="65000"/>
                </a:schemeClr>
              </a:buClr>
              <a:buFont typeface="Calibri" panose="020F0502020204030204" pitchFamily="34" charset="0"/>
              <a:buChar char="̶"/>
              <a:defRPr sz="2000">
                <a:solidFill>
                  <a:schemeClr val="bg1"/>
                </a:solidFill>
              </a:defRPr>
            </a:lvl2pPr>
            <a:lvl3pPr>
              <a:buClr>
                <a:schemeClr val="bg1">
                  <a:lumMod val="65000"/>
                </a:schemeClr>
              </a:buClr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217E32-EE9C-867A-42D4-454164F1B1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88025" y="10521"/>
            <a:ext cx="6400800" cy="4638675"/>
          </a:xfrm>
          <a:prstGeom prst="rect">
            <a:avLst/>
          </a:prstGeom>
        </p:spPr>
      </p:pic>
      <p:sp>
        <p:nvSpPr>
          <p:cNvPr id="10" name="Slide Title">
            <a:extLst>
              <a:ext uri="{FF2B5EF4-FFF2-40B4-BE49-F238E27FC236}">
                <a16:creationId xmlns:a16="http://schemas.microsoft.com/office/drawing/2014/main" id="{EB3CFC85-A20C-2625-C388-840D16734A5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421609" y="638550"/>
            <a:ext cx="7465725" cy="707289"/>
          </a:xfrm>
        </p:spPr>
        <p:txBody>
          <a:bodyPr/>
          <a:lstStyle>
            <a:lvl1pPr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2" name="logo-bottom">
            <a:extLst>
              <a:ext uri="{FF2B5EF4-FFF2-40B4-BE49-F238E27FC236}">
                <a16:creationId xmlns:a16="http://schemas.microsoft.com/office/drawing/2014/main" id="{61103539-A193-5879-B5EE-A6DCCC8734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54886"/>
            <a:ext cx="992673" cy="21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188739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>
        <p15:guide id="1" pos="383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22371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Bullet text"/>
          <p:cNvSpPr>
            <a:spLocks noGrp="1" noChangeArrowheads="1"/>
          </p:cNvSpPr>
          <p:nvPr>
            <p:ph idx="1"/>
          </p:nvPr>
        </p:nvSpPr>
        <p:spPr bwMode="auto">
          <a:xfrm>
            <a:off x="583842" y="1534473"/>
            <a:ext cx="11022371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4pPr>
              <a:buClr>
                <a:schemeClr val="bg1">
                  <a:lumMod val="50000"/>
                </a:schemeClr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87193"/>
      </p:ext>
    </p:extLst>
  </p:cSld>
  <p:clrMapOvr>
    <a:masterClrMapping/>
  </p:clrMapOvr>
  <p:transition>
    <p:fade/>
  </p:transition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AE8BA-6D5F-1567-56D3-0B961B3FF1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0"/>
            <a:ext cx="12188823" cy="685800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_page number">
            <a:extLst>
              <a:ext uri="{FF2B5EF4-FFF2-40B4-BE49-F238E27FC236}">
                <a16:creationId xmlns:a16="http://schemas.microsoft.com/office/drawing/2014/main" id="{77E68BC6-0991-4CDD-33A8-7A576967E072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ooter_copyright">
            <a:extLst>
              <a:ext uri="{FF2B5EF4-FFF2-40B4-BE49-F238E27FC236}">
                <a16:creationId xmlns:a16="http://schemas.microsoft.com/office/drawing/2014/main" id="{6BE2CD37-0D27-30C2-A993-907953BE4CBB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tx1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tx1"/>
                </a:solidFill>
              </a:rPr>
              <a:t> </a:t>
            </a:r>
            <a:r>
              <a:rPr lang="en-US" sz="900" kern="0" dirty="0">
                <a:solidFill>
                  <a:schemeClr val="tx1"/>
                </a:solidFill>
              </a:rPr>
              <a:t>Ltd.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878F2ED-DA6B-2E29-6A04-FA31C8A095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8025" y="10521"/>
            <a:ext cx="6400800" cy="4638675"/>
          </a:xfrm>
          <a:prstGeom prst="rect">
            <a:avLst/>
          </a:prstGeom>
        </p:spPr>
      </p:pic>
      <p:sp>
        <p:nvSpPr>
          <p:cNvPr id="5" name="Section title">
            <a:extLst>
              <a:ext uri="{FF2B5EF4-FFF2-40B4-BE49-F238E27FC236}">
                <a16:creationId xmlns:a16="http://schemas.microsoft.com/office/drawing/2014/main" id="{D1F4D841-6748-BA27-C3C2-A83D89C3A9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04A2C4-825F-967B-E134-CA2BC12C1951}"/>
              </a:ext>
            </a:extLst>
          </p:cNvPr>
          <p:cNvSpPr/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B5D6EFED-78C0-66A1-9C84-14544F5420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19B1774-B950-23D9-A733-D4EF881201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080368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AE8BA-6D5F-1567-56D3-0B961B3FF122}"/>
              </a:ext>
            </a:extLst>
          </p:cNvPr>
          <p:cNvSpPr/>
          <p:nvPr userDrawn="1"/>
        </p:nvSpPr>
        <p:spPr bwMode="auto">
          <a:xfrm>
            <a:off x="2" y="0"/>
            <a:ext cx="12188823" cy="6858000"/>
          </a:xfrm>
          <a:prstGeom prst="rect">
            <a:avLst/>
          </a:prstGeom>
          <a:solidFill>
            <a:srgbClr val="F2F2F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2B8EF3D6-47A1-87C6-E2A1-C5F727199E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4232C3F-A940-A254-AC72-D9E79CBF6925}"/>
              </a:ext>
            </a:extLst>
          </p:cNvPr>
          <p:cNvSpPr/>
          <p:nvPr userDrawn="1"/>
        </p:nvSpPr>
        <p:spPr bwMode="auto">
          <a:xfrm>
            <a:off x="2" y="5133340"/>
            <a:ext cx="12188823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07D8B0E5-E8F6-2449-D847-95AF01DDB7B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ooter_page number">
            <a:extLst>
              <a:ext uri="{FF2B5EF4-FFF2-40B4-BE49-F238E27FC236}">
                <a16:creationId xmlns:a16="http://schemas.microsoft.com/office/drawing/2014/main" id="{DBFB5F3E-2E09-088A-126E-6C4925A1C28D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Footer_copyright">
            <a:extLst>
              <a:ext uri="{FF2B5EF4-FFF2-40B4-BE49-F238E27FC236}">
                <a16:creationId xmlns:a16="http://schemas.microsoft.com/office/drawing/2014/main" id="{F72BA0C1-DD17-DAC6-0038-7E76EA805F68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accent2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accent2"/>
                </a:solidFill>
              </a:rPr>
              <a:t> </a:t>
            </a:r>
            <a:r>
              <a:rPr lang="en-US" sz="900" kern="0" dirty="0">
                <a:solidFill>
                  <a:schemeClr val="accent2"/>
                </a:solidFill>
              </a:rPr>
              <a:t>Ltd. </a:t>
            </a:r>
          </a:p>
        </p:txBody>
      </p:sp>
      <p:sp>
        <p:nvSpPr>
          <p:cNvPr id="4" name="Section title">
            <a:extLst>
              <a:ext uri="{FF2B5EF4-FFF2-40B4-BE49-F238E27FC236}">
                <a16:creationId xmlns:a16="http://schemas.microsoft.com/office/drawing/2014/main" id="{94C35F47-6BCB-665D-9C96-39716CFB2E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FB5881-7CA9-C17C-CDA5-75EE97C9E8B9}"/>
              </a:ext>
            </a:extLst>
          </p:cNvPr>
          <p:cNvSpPr/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D1D3418C-4885-8D40-60B1-91586595CE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tx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FE8C9BA-CEA0-9DEE-AD7E-1F72E4C0AA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63319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4DC4A3-CF92-1ED7-C6EE-4D6A7D66FCBF}"/>
              </a:ext>
            </a:extLst>
          </p:cNvPr>
          <p:cNvSpPr/>
          <p:nvPr userDrawn="1"/>
        </p:nvSpPr>
        <p:spPr bwMode="auto">
          <a:xfrm>
            <a:off x="0" y="0"/>
            <a:ext cx="12188952" cy="5164572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DA00F9A-9616-6910-E6D0-D96153E63D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2F30224-DB77-8D36-E812-02CF5C8D9A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5133340"/>
            <a:ext cx="12188823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_page number">
            <a:extLst>
              <a:ext uri="{FF2B5EF4-FFF2-40B4-BE49-F238E27FC236}">
                <a16:creationId xmlns:a16="http://schemas.microsoft.com/office/drawing/2014/main" id="{77E68BC6-0991-4CDD-33A8-7A576967E072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ooter_copyright">
            <a:extLst>
              <a:ext uri="{FF2B5EF4-FFF2-40B4-BE49-F238E27FC236}">
                <a16:creationId xmlns:a16="http://schemas.microsoft.com/office/drawing/2014/main" id="{6BE2CD37-0D27-30C2-A993-907953BE4CBB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tx1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tx1"/>
                </a:solidFill>
              </a:rPr>
              <a:t> </a:t>
            </a:r>
            <a:r>
              <a:rPr lang="en-US" sz="900" kern="0" dirty="0">
                <a:solidFill>
                  <a:schemeClr val="tx1"/>
                </a:solidFill>
              </a:rPr>
              <a:t>Ltd. </a:t>
            </a:r>
          </a:p>
        </p:txBody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61EEC825-4FAB-346A-208A-7C3416BF3C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79F268-494C-1120-D6D7-A70A92F1F60D}"/>
              </a:ext>
            </a:extLst>
          </p:cNvPr>
          <p:cNvSpPr>
            <a:spLocks/>
          </p:cNvSpPr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6" name="Section number">
            <a:extLst>
              <a:ext uri="{FF2B5EF4-FFF2-40B4-BE49-F238E27FC236}">
                <a16:creationId xmlns:a16="http://schemas.microsoft.com/office/drawing/2014/main" id="{782D38C6-F5ED-C8BF-0A23-873AF3F9277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AF95375-1A1D-B598-3B56-398A73F4CB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70975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37611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Bullet text_left"/>
          <p:cNvSpPr>
            <a:spLocks noGrp="1"/>
          </p:cNvSpPr>
          <p:nvPr>
            <p:ph sz="half" idx="2"/>
          </p:nvPr>
        </p:nvSpPr>
        <p:spPr>
          <a:xfrm>
            <a:off x="583842" y="1525588"/>
            <a:ext cx="5120640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Bullet text_left"/>
          <p:cNvSpPr>
            <a:spLocks noGrp="1"/>
          </p:cNvSpPr>
          <p:nvPr>
            <p:ph sz="half" idx="12"/>
          </p:nvPr>
        </p:nvSpPr>
        <p:spPr>
          <a:xfrm>
            <a:off x="6500813" y="1525588"/>
            <a:ext cx="5120640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097403669"/>
      </p:ext>
    </p:extLst>
  </p:cSld>
  <p:clrMapOvr>
    <a:masterClrMapping/>
  </p:clrMapOvr>
  <p:transition>
    <p:fade/>
  </p:transition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909873"/>
      </p:ext>
    </p:extLst>
  </p:cSld>
  <p:clrMapOvr>
    <a:masterClrMapping/>
  </p:clrMapOvr>
  <p:transition>
    <p:fade/>
  </p:transition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466261"/>
      </p:ext>
    </p:extLst>
  </p:cSld>
  <p:clrMapOvr>
    <a:masterClrMapping/>
  </p:clrMapOvr>
  <p:transition>
    <p:fade/>
  </p:transition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+ 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Pink Background"/>
          <p:cNvGrpSpPr/>
          <p:nvPr userDrawn="1"/>
        </p:nvGrpSpPr>
        <p:grpSpPr>
          <a:xfrm>
            <a:off x="5929630" y="1639737"/>
            <a:ext cx="6259195" cy="3807666"/>
            <a:chOff x="6127749" y="1639737"/>
            <a:chExt cx="5344256" cy="3783164"/>
          </a:xfrm>
        </p:grpSpPr>
        <p:sp>
          <p:nvSpPr>
            <p:cNvPr id="6" name="Pink: 43%"/>
            <p:cNvSpPr/>
            <p:nvPr userDrawn="1"/>
          </p:nvSpPr>
          <p:spPr bwMode="gray">
            <a:xfrm>
              <a:off x="11365581" y="1639737"/>
              <a:ext cx="106424" cy="3783164"/>
            </a:xfrm>
            <a:prstGeom prst="rect">
              <a:avLst/>
            </a:prstGeom>
            <a:solidFill>
              <a:schemeClr val="tx2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 dirty="0">
                <a:latin typeface="+mn-lt"/>
              </a:endParaRPr>
            </a:p>
          </p:txBody>
        </p:sp>
        <p:sp>
          <p:nvSpPr>
            <p:cNvPr id="7" name="Background pink"/>
            <p:cNvSpPr/>
            <p:nvPr userDrawn="1"/>
          </p:nvSpPr>
          <p:spPr bwMode="auto">
            <a:xfrm>
              <a:off x="6127749" y="1639737"/>
              <a:ext cx="5237832" cy="3783164"/>
            </a:xfrm>
            <a:prstGeom prst="rect">
              <a:avLst/>
            </a:prstGeom>
            <a:solidFill>
              <a:srgbClr val="E6E7E8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121899" tIns="60949" rIns="121899" bIns="6094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 dirty="0">
                <a:latin typeface="+mn-lt"/>
              </a:endParaRPr>
            </a:p>
          </p:txBody>
        </p:sp>
      </p:grpSp>
      <p:sp>
        <p:nvSpPr>
          <p:cNvPr id="8" name="Credit text"/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6478069" y="4736592"/>
            <a:ext cx="4395989" cy="33832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Tx/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Source Name</a:t>
            </a:r>
          </a:p>
        </p:txBody>
      </p:sp>
      <p:sp>
        <p:nvSpPr>
          <p:cNvPr id="9" name="Quote text"/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6318303" y="2011680"/>
            <a:ext cx="4563058" cy="2440001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152345" indent="-152345" algn="l" defTabSz="1218732" rtl="0" eaLnBrk="1" latinLnBrk="0" hangingPunct="1">
              <a:lnSpc>
                <a:spcPct val="95000"/>
              </a:lnSpc>
              <a:spcBef>
                <a:spcPts val="0"/>
              </a:spcBef>
              <a:buNone/>
              <a:defRPr lang="en-US" sz="2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2pPr>
            <a:lvl3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3pPr>
            <a:lvl4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4pPr>
            <a:lvl5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93293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Bullet text"/>
          <p:cNvSpPr>
            <a:spLocks noGrp="1"/>
          </p:cNvSpPr>
          <p:nvPr>
            <p:ph type="body" sz="quarter" idx="16"/>
          </p:nvPr>
        </p:nvSpPr>
        <p:spPr>
          <a:xfrm>
            <a:off x="583843" y="1639737"/>
            <a:ext cx="5074008" cy="3783163"/>
          </a:xfrm>
          <a:prstGeom prst="rect">
            <a:avLst/>
          </a:prstGeom>
        </p:spPr>
        <p:txBody>
          <a:bodyPr>
            <a:noAutofit/>
          </a:bodyPr>
          <a:lstStyle>
            <a:lvl1pPr marL="224327" indent="-224327">
              <a:lnSpc>
                <a:spcPct val="95000"/>
              </a:lnSpc>
              <a:buSzPct val="85000"/>
              <a:buFont typeface="Calibri" panose="020F050202020403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58788" indent="-228600">
              <a:lnSpc>
                <a:spcPct val="95000"/>
              </a:lnSpc>
              <a:buFont typeface="Calibri" panose="020F0502020204030204" pitchFamily="34" charset="0"/>
              <a:buChar char="−"/>
              <a:defRPr sz="2000"/>
            </a:lvl2pPr>
            <a:lvl3pPr>
              <a:defRPr sz="2100"/>
            </a:lvl3pPr>
            <a:lvl4pPr>
              <a:defRPr sz="19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59411343"/>
      </p:ext>
    </p:extLst>
  </p:cSld>
  <p:clrMapOvr>
    <a:masterClrMapping/>
  </p:clrMapOvr>
  <p:transition>
    <p:fade/>
  </p:transition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FA5DDF8-31FE-D1C5-91CB-BC0D0AECB09A}"/>
              </a:ext>
            </a:extLst>
          </p:cNvPr>
          <p:cNvSpPr/>
          <p:nvPr userDrawn="1"/>
        </p:nvSpPr>
        <p:spPr bwMode="auto">
          <a:xfrm>
            <a:off x="4237464" y="0"/>
            <a:ext cx="7951362" cy="6503233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Key points"/>
          <p:cNvSpPr>
            <a:spLocks noGrp="1"/>
          </p:cNvSpPr>
          <p:nvPr>
            <p:ph type="body" sz="quarter" idx="12"/>
          </p:nvPr>
        </p:nvSpPr>
        <p:spPr>
          <a:xfrm>
            <a:off x="5159298" y="750518"/>
            <a:ext cx="6446915" cy="4443814"/>
          </a:xfrm>
          <a:prstGeom prst="rect">
            <a:avLst/>
          </a:prstGeom>
        </p:spPr>
        <p:txBody>
          <a:bodyPr lIns="91440" tIns="45720" rIns="91440" bIns="45720" anchor="ctr" anchorCtr="0">
            <a:noAutofit/>
          </a:bodyPr>
          <a:lstStyle>
            <a:lvl1pPr marL="320040" indent="-320040">
              <a:lnSpc>
                <a:spcPct val="95000"/>
              </a:lnSpc>
              <a:buClr>
                <a:schemeClr val="bg1"/>
              </a:buClr>
              <a:buSzPct val="85000"/>
              <a:buFont typeface="Calibri" panose="020F0502020204030204" pitchFamily="34" charset="0"/>
              <a:buChar char="•"/>
              <a:defRPr sz="28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67512" indent="-237744">
              <a:lnSpc>
                <a:spcPct val="95000"/>
              </a:lnSpc>
              <a:buClr>
                <a:schemeClr val="bg1"/>
              </a:buCl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Slide Title"/>
          <p:cNvSpPr>
            <a:spLocks noGrp="1"/>
          </p:cNvSpPr>
          <p:nvPr>
            <p:ph type="title" hasCustomPrompt="1"/>
          </p:nvPr>
        </p:nvSpPr>
        <p:spPr>
          <a:xfrm>
            <a:off x="368300" y="1299158"/>
            <a:ext cx="3372166" cy="3020519"/>
          </a:xfr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r" defTabSz="1218783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4000" b="1" kern="1200" spc="0" baseline="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summary</a:t>
            </a:r>
          </a:p>
        </p:txBody>
      </p:sp>
    </p:spTree>
    <p:extLst>
      <p:ext uri="{BB962C8B-B14F-4D97-AF65-F5344CB8AC3E}">
        <p14:creationId xmlns:p14="http://schemas.microsoft.com/office/powerpoint/2010/main" val="1013899289"/>
      </p:ext>
    </p:extLst>
  </p:cSld>
  <p:clrMapOvr>
    <a:masterClrMapping/>
  </p:clrMapOvr>
  <p:transition>
    <p:fade/>
  </p:transition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A361E9B-415E-1D98-E45A-419F81748D90}"/>
              </a:ext>
            </a:extLst>
          </p:cNvPr>
          <p:cNvSpPr/>
          <p:nvPr userDrawn="1"/>
        </p:nvSpPr>
        <p:spPr bwMode="auto">
          <a:xfrm>
            <a:off x="0" y="-20250"/>
            <a:ext cx="12188952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7BB81B3-060C-D235-077D-FC8A8C1A6F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F5B1A4-B3B5-C9C7-087A-AB3118FFBDCC}"/>
              </a:ext>
            </a:extLst>
          </p:cNvPr>
          <p:cNvSpPr/>
          <p:nvPr userDrawn="1"/>
        </p:nvSpPr>
        <p:spPr bwMode="auto">
          <a:xfrm>
            <a:off x="2" y="5144322"/>
            <a:ext cx="12188823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ub-titl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25841" y="3095722"/>
            <a:ext cx="6877606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 dirty="0"/>
              <a:t>Presentation Subtitle</a:t>
            </a:r>
          </a:p>
        </p:txBody>
      </p:sp>
      <p:sp>
        <p:nvSpPr>
          <p:cNvPr id="15" name="Title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25841" y="1823170"/>
            <a:ext cx="6882295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 dirty="0"/>
              <a:t>Thank you!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6541478-620C-AC8A-9E0E-7CC340F2E1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540" y="5782430"/>
            <a:ext cx="2747121" cy="11727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87FC51A-6597-8000-3E52-33E2AA384E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554965"/>
            <a:ext cx="2286000" cy="48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50556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ABA5BA9-F0C1-A54B-15A6-AA66D7D114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502173"/>
            <a:ext cx="12188825" cy="355827"/>
          </a:xfrm>
          <a:prstGeom prst="rect">
            <a:avLst/>
          </a:prstGeom>
          <a:solidFill>
            <a:schemeClr val="bg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3" name="Date" hidden="1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32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138E8-3F3E-4DC5-A5FA-50868B94627A}" type="datetimeFigureOut">
              <a:rPr lang="en-US" smtClean="0"/>
              <a:t>4/2/26</a:t>
            </a:fld>
            <a:endParaRPr lang="en-US" dirty="0"/>
          </a:p>
        </p:txBody>
      </p:sp>
      <p:sp>
        <p:nvSpPr>
          <p:cNvPr id="11" name="Bullet text"/>
          <p:cNvSpPr>
            <a:spLocks noGrp="1" noChangeArrowheads="1"/>
          </p:cNvSpPr>
          <p:nvPr>
            <p:ph type="body" idx="1"/>
          </p:nvPr>
        </p:nvSpPr>
        <p:spPr bwMode="auto">
          <a:xfrm>
            <a:off x="583842" y="1534473"/>
            <a:ext cx="11022371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58371" name="Slide Title"/>
          <p:cNvSpPr>
            <a:spLocks noGrp="1" noChangeArrowheads="1"/>
          </p:cNvSpPr>
          <p:nvPr>
            <p:ph type="title"/>
          </p:nvPr>
        </p:nvSpPr>
        <p:spPr bwMode="auto">
          <a:xfrm>
            <a:off x="583842" y="460552"/>
            <a:ext cx="11022371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_page number"/>
          <p:cNvSpPr txBox="1">
            <a:spLocks/>
          </p:cNvSpPr>
          <p:nvPr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rgbClr val="8A8A8A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rgbClr val="8A8A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oter_copyright"/>
          <p:cNvSpPr txBox="1">
            <a:spLocks/>
          </p:cNvSpPr>
          <p:nvPr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Ltd. </a:t>
            </a:r>
          </a:p>
        </p:txBody>
      </p:sp>
      <p:sp>
        <p:nvSpPr>
          <p:cNvPr id="2" name="Footer Placeholder 1" hidden="1"/>
          <p:cNvSpPr>
            <a:spLocks noGrp="1"/>
          </p:cNvSpPr>
          <p:nvPr>
            <p:ph type="ftr" sz="quarter" idx="3"/>
          </p:nvPr>
        </p:nvSpPr>
        <p:spPr>
          <a:xfrm>
            <a:off x="5934456" y="6543915"/>
            <a:ext cx="3097481" cy="3024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9533D07-DCE3-78B7-7A68-0EB606316B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2648" y="6554886"/>
            <a:ext cx="992673" cy="2103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FE71E5-8AC4-A85F-7B8B-0F9C8E6A60B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56275" y="6657340"/>
            <a:ext cx="700088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L" sz="9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[Confidential]</a:t>
            </a:r>
          </a:p>
        </p:txBody>
      </p:sp>
    </p:spTree>
    <p:extLst>
      <p:ext uri="{BB962C8B-B14F-4D97-AF65-F5344CB8AC3E}">
        <p14:creationId xmlns:p14="http://schemas.microsoft.com/office/powerpoint/2010/main" val="138871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6" r:id="rId2"/>
    <p:sldLayoutId id="2147483882" r:id="rId3"/>
    <p:sldLayoutId id="2147483924" r:id="rId4"/>
    <p:sldLayoutId id="2147483918" r:id="rId5"/>
    <p:sldLayoutId id="2147483925" r:id="rId6"/>
    <p:sldLayoutId id="2147483883" r:id="rId7"/>
    <p:sldLayoutId id="2147483885" r:id="rId8"/>
    <p:sldLayoutId id="2147483879" r:id="rId9"/>
    <p:sldLayoutId id="2147483889" r:id="rId10"/>
    <p:sldLayoutId id="2147483890" r:id="rId11"/>
    <p:sldLayoutId id="2147483927" r:id="rId12"/>
  </p:sldLayoutIdLst>
  <p:transition>
    <p:fade/>
  </p:transition>
  <p:hf sldNum="0"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5pPr>
      <a:lvl6pPr marL="60949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6pPr>
      <a:lvl7pPr marL="1218987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7pPr>
      <a:lvl8pPr marL="182848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8pPr>
      <a:lvl9pPr marL="243797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9pPr>
    </p:titleStyle>
    <p:bodyStyle>
      <a:lvl1pPr marL="228600" indent="-228600" algn="l" rtl="0" eaLnBrk="1" fontAlgn="base" hangingPunct="1">
        <a:lnSpc>
          <a:spcPct val="95000"/>
        </a:lnSpc>
        <a:spcBef>
          <a:spcPts val="1000"/>
        </a:spcBef>
        <a:spcAft>
          <a:spcPct val="0"/>
        </a:spcAft>
        <a:buClr>
          <a:schemeClr val="bg1">
            <a:lumMod val="50000"/>
          </a:schemeClr>
        </a:buClr>
        <a:buSzPct val="85000"/>
        <a:buFont typeface="Arial" panose="020B0604020202020204" pitchFamily="34" charset="0"/>
        <a:buChar char="•"/>
        <a:defRPr lang="en-US" sz="24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itchFamily="34" charset="0"/>
        </a:defRPr>
      </a:lvl1pPr>
      <a:lvl2pPr marL="576072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bg1">
            <a:lumMod val="50000"/>
          </a:schemeClr>
        </a:buClr>
        <a:buSzPct val="100000"/>
        <a:buFont typeface="Arial" panose="020B0604020202020204" pitchFamily="34" charset="0"/>
        <a:buChar char="•"/>
        <a:defRPr lang="en-US" sz="2000" dirty="0" smtClean="0">
          <a:solidFill>
            <a:schemeClr val="tx1"/>
          </a:solidFill>
          <a:latin typeface="Arial" panose="020B0604020202020204" pitchFamily="34" charset="0"/>
        </a:defRPr>
      </a:lvl2pPr>
      <a:lvl3pPr marL="886968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bg1">
            <a:lumMod val="50000"/>
          </a:schemeClr>
        </a:buClr>
        <a:buSzPct val="100000"/>
        <a:buFont typeface="Arial" panose="020B0604020202020204" pitchFamily="34" charset="0"/>
        <a:buChar char="•"/>
        <a:defRPr lang="en-US" sz="1800" dirty="0" smtClean="0">
          <a:solidFill>
            <a:schemeClr val="tx1"/>
          </a:solidFill>
          <a:latin typeface="Arial" panose="020B0604020202020204" pitchFamily="34" charset="0"/>
        </a:defRPr>
      </a:lvl3pPr>
      <a:lvl4pPr marL="1170432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SzPct val="100000"/>
        <a:buFont typeface="Arial" panose="020B0604020202020204" pitchFamily="34" charset="0"/>
        <a:buChar char="̶"/>
        <a:defRPr lang="en-US" sz="1800" dirty="0" smtClean="0">
          <a:solidFill>
            <a:schemeClr val="tx1"/>
          </a:solidFill>
          <a:latin typeface="+mn-lt"/>
        </a:defRPr>
      </a:lvl4pPr>
      <a:lvl5pPr marL="1463040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̶"/>
        <a:defRPr lang="en-US" sz="1600" baseline="0" dirty="0" smtClean="0">
          <a:solidFill>
            <a:schemeClr val="tx1"/>
          </a:solidFill>
          <a:latin typeface="+mn-lt"/>
        </a:defRPr>
      </a:lvl5pPr>
      <a:lvl6pPr marL="335221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6pPr>
      <a:lvl7pPr marL="3961707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7pPr>
      <a:lvl8pPr marL="4571200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8pPr>
      <a:lvl9pPr marL="518069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359" userDrawn="1">
          <p15:clr>
            <a:srgbClr val="F26B43"/>
          </p15:clr>
        </p15:guide>
        <p15:guide id="7" pos="7319" userDrawn="1">
          <p15:clr>
            <a:srgbClr val="F26B43"/>
          </p15:clr>
        </p15:guide>
        <p15:guide id="8" orient="horz" pos="4104" userDrawn="1">
          <p15:clr>
            <a:srgbClr val="F26B43"/>
          </p15:clr>
        </p15:guide>
        <p15:guide id="9" orient="horz" pos="1008" userDrawn="1">
          <p15:clr>
            <a:srgbClr val="F26B43"/>
          </p15:clr>
        </p15:guide>
        <p15:guide id="10" orient="horz" pos="216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Basic Training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Lesson 1.3 — Stage 1: Classic Machine Learning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Logistic Regression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For Security Professionals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/>
            <a:r>
              <a:t>From regression to classification — the sigmoid function</a:t>
            </a:r>
          </a:p>
          <a:p>
            <a:pPr/>
            <a:r>
              <a:t>Real-life example: phishing URL detector</a:t>
            </a:r>
          </a:p>
          <a:p>
            <a:pPr/>
            <a:r>
              <a:t>Feature coefficients — what matters most</a:t>
            </a:r>
          </a:p>
          <a:p>
            <a:pPr/>
            <a:r>
              <a:t>predict() vs predict_proba() — hard labels vs probabilities</a:t>
            </a:r>
          </a:p>
          <a:p>
            <a:pPr/>
            <a:r>
              <a:t>Decision boundaries and thresholds</a:t>
            </a:r>
          </a:p>
          <a:p>
            <a:pPr/>
            <a:r>
              <a:t>Threshold tuning for operational priorities</a:t>
            </a:r>
          </a:p>
          <a:p>
            <a:pPr/>
            <a:r>
              <a:t>Workshop: 4 hands-on exercises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From Numbers</a:t>
            </a:r>
          </a:p>
          <a:p>
            <a:r>
              <a:t>to Decisions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Regression to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Linear Regression (Lesson 1.2)</a:t>
            </a:r>
          </a:p>
          <a:p>
            <a:pPr/>
          </a:p>
          <a:p>
            <a:pPr/>
            <a:r>
              <a:t>Predicts a number:</a:t>
            </a:r>
          </a:p>
          <a:p>
            <a:pPr lvl="1"/>
            <a:r>
              <a:t>response_time = 247.3 ms</a:t>
            </a:r>
          </a:p>
          <a:p>
            <a:pPr/>
          </a:p>
          <a:p>
            <a:pPr/>
            <a:r>
              <a:t>Output is continuous</a:t>
            </a:r>
          </a:p>
          <a:p>
            <a:pPr/>
            <a:r>
              <a:t>Can be any value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2" sz="half"/>
          </p:nvPr>
        </p:nvSpPr>
        <p:spPr/>
        <p:txBody>
          <a:bodyPr/>
          <a:lstStyle/>
          <a:p>
            <a:pPr/>
            <a:r>
              <a:t>Logistic Regression (this lesson)</a:t>
            </a:r>
          </a:p>
          <a:p>
            <a:pPr/>
          </a:p>
          <a:p>
            <a:pPr/>
            <a:r>
              <a:t>Predicts a probability:</a:t>
            </a:r>
          </a:p>
          <a:p>
            <a:pPr lvl="1"/>
            <a:r>
              <a:t>P(phishing) = 0.87</a:t>
            </a:r>
          </a:p>
          <a:p>
            <a:pPr/>
          </a:p>
          <a:p>
            <a:pPr/>
            <a:r>
              <a:t>Then applies a threshold:</a:t>
            </a:r>
          </a:p>
          <a:p>
            <a:pPr/>
            <a:r>
              <a:t>If P &gt; 0.5 → classify as phishing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Sigmoid Function</a:t>
            </a:r>
          </a:p>
        </p:txBody>
      </p:sp>
      <p:pic>
        <p:nvPicPr>
          <p:cNvPr id="3" name="Picture 2" descr="log_sigmo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371600"/>
            <a:ext cx="8229600" cy="50528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Phishing URL</a:t>
            </a:r>
          </a:p>
          <a:p>
            <a:r>
              <a:t>Detection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Phishing URL Red Flags — Extractable as Features</a:t>
            </a:r>
          </a:p>
        </p:txBody>
      </p:sp>
      <p:pic>
        <p:nvPicPr>
          <p:cNvPr id="3" name="Picture 2" descr="log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10058400" cy="55776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Coefficients — What Drives the Prediction</a:t>
            </a:r>
          </a:p>
        </p:txBody>
      </p:sp>
      <p:pic>
        <p:nvPicPr>
          <p:cNvPr id="3" name="Picture 2" descr="log_coe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371600"/>
            <a:ext cx="8229600" cy="71079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— Interpretability matters in security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You can explain to a</a:t>
            </a:r>
          </a:p>
          <a:p>
            <a:r>
              <a:t>non-technical stakeholder</a:t>
            </a:r>
          </a:p>
          <a:p>
            <a:r>
              <a:t>exactly why a URL was flagged.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Interpreting Coefficients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t>model.coef_ shows feature impact:</a:t>
            </a:r>
          </a:p>
          <a:p>
            <a:pPr lvl="1"/>
            <a:r>
              <a:t>Positive → increases P(phishing)</a:t>
            </a:r>
          </a:p>
          <a:p>
            <a:pPr lvl="1"/>
            <a:r>
              <a:t>Negative → decreases P(phishing)</a:t>
            </a:r>
          </a:p>
          <a:p>
            <a:pPr/>
          </a:p>
          <a:p>
            <a:pPr/>
            <a:r>
              <a:t>Directly interpretable:</a:t>
            </a:r>
          </a:p>
          <a:p>
            <a:pPr lvl="1"/>
            <a:r>
              <a:t>num_dots: +1.45 (highly suspicious)</a:t>
            </a:r>
          </a:p>
          <a:p>
            <a:pPr lvl="1"/>
            <a:r>
              <a:t>domain_age: −0.91 (older = trustworthy)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Predictions &amp;</a:t>
            </a:r>
          </a:p>
          <a:p>
            <a:r>
              <a:t>Thresholds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Ways to Get Predictions</a:t>
            </a:r>
          </a:p>
        </p:txBody>
      </p:sp>
      <p:pic>
        <p:nvPicPr>
          <p:cNvPr id="3" name="Picture 2" descr="log_pre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10058400" cy="333231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Threshold Tuning — Balancing Precision and Recall</a:t>
            </a:r>
          </a:p>
        </p:txBody>
      </p:sp>
      <p:pic>
        <p:nvPicPr>
          <p:cNvPr id="3" name="Picture 2" descr="log_thresh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32720" cy="41330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Workshop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Workshop — 4 Exercises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Exercise 1: From regression to classification — sigmoid, probability outputs</a:t>
            </a:r>
          </a:p>
          <a:p>
            <a:pPr/>
            <a:r>
              <a:t>Exercise 2: Feature engineering URLs — extract security-relevant features</a:t>
            </a:r>
          </a:p>
          <a:p>
            <a:pPr/>
            <a:r>
              <a:t>Exercise 3: Train and evaluate — LogisticRegression, classification report, confusion matrix</a:t>
            </a:r>
          </a:p>
          <a:p>
            <a:pPr/>
            <a:r>
              <a:t>Exercise 4: Threshold tuning — predict_proba(), precision-recall tradeoff</a:t>
            </a:r>
          </a:p>
          <a:p>
            <a:pPr/>
          </a:p>
          <a:p>
            <a:pPr/>
            <a:r>
              <a:t>Each exercise: lecture.md → handson.md → solution_logistic_regression.py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/>
            <a:r>
              <a:t>Logistic regression predicts a probability, then applies a threshold for a binary decision</a:t>
            </a:r>
          </a:p>
          <a:p>
            <a:pPr/>
            <a:r>
              <a:t>The sigmoid function maps any value to [0, 1]</a:t>
            </a:r>
          </a:p>
          <a:p>
            <a:pPr/>
            <a:r>
              <a:t>Phishing detection: extract URL features → train classifier → get probabilities</a:t>
            </a:r>
          </a:p>
          <a:p>
            <a:pPr/>
            <a:r>
              <a:t>Feature coefficients tell you which features drive the prediction — interpretable</a:t>
            </a:r>
          </a:p>
          <a:p>
            <a:pPr/>
            <a:r>
              <a:t>predict_proba() gives more control than predict() — always prefer it in security</a:t>
            </a:r>
          </a:p>
          <a:p>
            <a:pPr/>
            <a:r>
              <a:t>Threshold tuning: lower = catch more (more false alarms), higher = fewer alarms (miss some)</a:t>
            </a:r>
          </a:p>
          <a:p>
            <a:pPr/>
            <a:r>
              <a:t>Next: Lesson 1.4 — Decision Trees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Next → Lesson 1.4: Decision Trees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Logistic Regression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P_CorpTemp_2024">
  <a:themeElements>
    <a:clrScheme name="Check Point 2024">
      <a:dk1>
        <a:srgbClr val="000000"/>
      </a:dk1>
      <a:lt1>
        <a:srgbClr val="FFFFFF"/>
      </a:lt1>
      <a:dk2>
        <a:srgbClr val="EE0C5D"/>
      </a:dk2>
      <a:lt2>
        <a:srgbClr val="F2F2F2"/>
      </a:lt2>
      <a:accent1>
        <a:srgbClr val="EE0C5D"/>
      </a:accent1>
      <a:accent2>
        <a:srgbClr val="41273C"/>
      </a:accent2>
      <a:accent3>
        <a:srgbClr val="B70D4E"/>
      </a:accent3>
      <a:accent4>
        <a:srgbClr val="741984"/>
      </a:accent4>
      <a:accent5>
        <a:srgbClr val="FF1010"/>
      </a:accent5>
      <a:accent6>
        <a:srgbClr val="FCB117"/>
      </a:accent6>
      <a:hlink>
        <a:srgbClr val="EE0C5D"/>
      </a:hlink>
      <a:folHlink>
        <a:srgbClr val="41273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2"/>
        </a:solidFill>
        <a:ln w="12700" algn="ctr">
          <a:noFill/>
          <a:miter lim="800000"/>
          <a:headEnd/>
          <a:tailEnd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80000"/>
          </a:lnSpc>
          <a:spcBef>
            <a:spcPts val="1200"/>
          </a:spcBef>
          <a:spcAft>
            <a:spcPts val="0"/>
          </a:spcAft>
          <a:buSzPct val="115000"/>
          <a:defRPr sz="2400" dirty="0" err="1" smtClean="0">
            <a:latin typeface="+mn-lt"/>
          </a:defRPr>
        </a:defPPr>
      </a:lstStyle>
    </a:spDef>
    <a:lnDef>
      <a:spPr bwMode="auto">
        <a:solidFill>
          <a:schemeClr val="bg1"/>
        </a:solidFill>
        <a:ln w="38100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 bwMode="auto">
        <a:noFill/>
        <a:ln>
          <a:noFill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  <a:spAutoFit/>
      </a:bodyPr>
      <a:lstStyle>
        <a:defPPr>
          <a:spcBef>
            <a:spcPts val="0"/>
          </a:spcBef>
          <a:defRPr sz="2400" dirty="0" err="1" smtClean="0">
            <a:solidFill>
              <a:schemeClr val="bg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>
    <a:extraClrScheme>
      <a:clrScheme name="PPTtemplates_10_01_26_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8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6553A0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B8B3CD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9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95B8CF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C8D8E4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C480096A-C882-1646-98A8-38CA86DD8AF8}" vid="{AA300AE5-323F-6B4A-B456-03CB398ABDAA}"/>
    </a:ext>
  </a:extLst>
</a:theme>
</file>

<file path=ppt/theme/theme2.xml><?xml version="1.0" encoding="utf-8"?>
<a:theme xmlns:a="http://schemas.openxmlformats.org/drawingml/2006/main" name="Office Theme">
  <a:themeElements>
    <a:clrScheme name="Checkpoint">
      <a:dk1>
        <a:srgbClr val="4D4D4F"/>
      </a:dk1>
      <a:lt1>
        <a:srgbClr val="FFFFFF"/>
      </a:lt1>
      <a:dk2>
        <a:srgbClr val="777777"/>
      </a:dk2>
      <a:lt2>
        <a:srgbClr val="D5D5D5"/>
      </a:lt2>
      <a:accent1>
        <a:srgbClr val="F599B1"/>
      </a:accent1>
      <a:accent2>
        <a:srgbClr val="E45785"/>
      </a:accent2>
      <a:accent3>
        <a:srgbClr val="A82B52"/>
      </a:accent3>
      <a:accent4>
        <a:srgbClr val="72173D"/>
      </a:accent4>
      <a:accent5>
        <a:srgbClr val="E06025"/>
      </a:accent5>
      <a:accent6>
        <a:srgbClr val="FFE600"/>
      </a:accent6>
      <a:hlink>
        <a:srgbClr val="293896"/>
      </a:hlink>
      <a:folHlink>
        <a:srgbClr val="592351"/>
      </a:folHlink>
    </a:clrScheme>
    <a:fontScheme name="Check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eckpoint">
      <a:dk1>
        <a:srgbClr val="4D4D4F"/>
      </a:dk1>
      <a:lt1>
        <a:srgbClr val="FFFFFF"/>
      </a:lt1>
      <a:dk2>
        <a:srgbClr val="777777"/>
      </a:dk2>
      <a:lt2>
        <a:srgbClr val="D5D5D5"/>
      </a:lt2>
      <a:accent1>
        <a:srgbClr val="F599B1"/>
      </a:accent1>
      <a:accent2>
        <a:srgbClr val="E45785"/>
      </a:accent2>
      <a:accent3>
        <a:srgbClr val="A82B52"/>
      </a:accent3>
      <a:accent4>
        <a:srgbClr val="72173D"/>
      </a:accent4>
      <a:accent5>
        <a:srgbClr val="E06025"/>
      </a:accent5>
      <a:accent6>
        <a:srgbClr val="FFE600"/>
      </a:accent6>
      <a:hlink>
        <a:srgbClr val="293896"/>
      </a:hlink>
      <a:folHlink>
        <a:srgbClr val="592351"/>
      </a:folHlink>
    </a:clrScheme>
    <a:fontScheme name="Check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061E8E1705A94585BA488A196C312F" ma:contentTypeVersion="3" ma:contentTypeDescription="Create a new document." ma:contentTypeScope="" ma:versionID="35956190bc34c00712e89920a406c182">
  <xsd:schema xmlns:xsd="http://www.w3.org/2001/XMLSchema" xmlns:xs="http://www.w3.org/2001/XMLSchema" xmlns:p="http://schemas.microsoft.com/office/2006/metadata/properties" xmlns:ns2="06b7b373-b11b-4467-a0d1-a8a206cf85a2" targetNamespace="http://schemas.microsoft.com/office/2006/metadata/properties" ma:root="true" ma:fieldsID="95f0edfa3bfeb2581450f2e2231d5d54" ns2:_="">
    <xsd:import namespace="06b7b373-b11b-4467-a0d1-a8a206cf85a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b7b373-b11b-4467-a0d1-a8a206cf85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C76719-18CB-4225-85F8-698BAD2C9D1E}">
  <ds:schemaRefs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06b7b373-b11b-4467-a0d1-a8a206cf85a2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06B4401-B2CD-4A34-B3FC-0AB9DD0B2FC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012784-E6F2-453E-AE16-CD6E4A60A2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b7b373-b11b-4467-a0d1-a8a206cf85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0cf9a1c-2cb1-4d38-9733-321b2d511f49}" enabled="1" method="Privileged" siteId="{612a5289-89a8-45c2-a40d-f36fadb6d37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CP_CorpTemp_2024</Template>
  <TotalTime>0</TotalTime>
  <Words>5</Words>
  <Application>Microsoft Macintosh PowerPoint</Application>
  <PresentationFormat>Custom</PresentationFormat>
  <Paragraphs>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Arial</vt:lpstr>
      <vt:lpstr>Arial Narrow</vt:lpstr>
      <vt:lpstr>Calibri</vt:lpstr>
      <vt:lpstr>Ciscolight</vt:lpstr>
      <vt:lpstr>Helvetica</vt:lpstr>
      <vt:lpstr>Wingdings</vt:lpstr>
      <vt:lpstr>CP_CorpTemp_2024</vt:lpstr>
      <vt:lpstr>PowerPoint Presentation</vt:lpstr>
      <vt:lpstr>Agenda</vt:lpstr>
      <vt:lpstr>PowerPoint Presentation</vt:lpstr>
      <vt:lpstr>PowerPoint Presentation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Khalid Al-Shawwaf</dc:creator>
  <cp:lastModifiedBy>Khalid Al-Shawwaf</cp:lastModifiedBy>
  <cp:revision>1</cp:revision>
  <cp:lastPrinted>2013-06-12T23:53:29Z</cp:lastPrinted>
  <dcterms:created xsi:type="dcterms:W3CDTF">2026-04-02T19:06:04Z</dcterms:created>
  <dcterms:modified xsi:type="dcterms:W3CDTF">2026-04-02T19:06:29Z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NoClassification</vt:lpwstr>
  </property>
  <property fmtid="{D5CDD505-2E9C-101B-9397-08002B2CF9AE}" pid="3" name="ClassificationDisplay">
    <vt:lpwstr>[No Classification] </vt:lpwstr>
  </property>
  <property fmtid="{D5CDD505-2E9C-101B-9397-08002B2CF9AE}" pid="4" name="ClassificationEntries">
    <vt:lpwstr>50</vt:lpwstr>
  </property>
  <property fmtid="{D5CDD505-2E9C-101B-9397-08002B2CF9AE}" pid="5" name="Classification_1">
    <vt:lpwstr>WGB8ZnR5dHdGZkpmfmpwanSJPnOXICeDOz0rm46QczeDLSQubzs0Nj4nVFE=</vt:lpwstr>
  </property>
  <property fmtid="{D5CDD505-2E9C-101B-9397-08002B2CF9AE}" pid="6" name="Classification_2">
    <vt:lpwstr>WGB8ZnR5dHdGZEpifGp2YXSJPnOGKjqRIDAtgZ+dKSlIOjUgNYJfIS8pJSpATw==</vt:lpwstr>
  </property>
  <property fmtid="{D5CDD505-2E9C-101B-9397-08002B2CF9AE}" pid="7" name="Classification_3">
    <vt:lpwstr>WGB8ZnR5dHdGZEpifGp2Z3SJPnOVNzuDLDc8io9POjWWKS5+hjkhMjRcVA==</vt:lpwstr>
  </property>
  <property fmtid="{D5CDD505-2E9C-101B-9397-08002B2CF9AE}" pid="8" name="Classification_4">
    <vt:lpwstr>WGB8ZnR5dHdGZEpifGp2ZHSJPnONLDOfJS1oPY6HPDeaKzEgMFKWg5qNj1oiLyQ0NEBC</vt:lpwstr>
  </property>
  <property fmtid="{D5CDD505-2E9C-101B-9397-08002B2CF9AE}" pid="9" name="Classification_5">
    <vt:lpwstr>WGB1f2l7dXVVd0FidWJ8aGduU4mIfoaSOiA6hoiALSFIOjUgNYJfIS8pJSpATw==</vt:lpwstr>
  </property>
  <property fmtid="{D5CDD505-2E9C-101B-9397-08002B2CF9AE}" pid="10" name="Verifier">
    <vt:lpwstr>IyCHJSc6Ni2APpMzOzkqPA==</vt:lpwstr>
  </property>
  <property fmtid="{D5CDD505-2E9C-101B-9397-08002B2CF9AE}" pid="11" name="PolicyName">
    <vt:lpwstr>IyBkiiooNjePMZkxLiQsPTo=</vt:lpwstr>
  </property>
  <property fmtid="{D5CDD505-2E9C-101B-9397-08002B2CF9AE}" pid="12" name="Version">
    <vt:lpwstr>Xw==</vt:lpwstr>
  </property>
  <property fmtid="{D5CDD505-2E9C-101B-9397-08002B2CF9AE}" pid="13" name="PolicyID">
    <vt:lpwstr/>
  </property>
  <property fmtid="{D5CDD505-2E9C-101B-9397-08002B2CF9AE}" pid="14" name="DomainID">
    <vt:lpwstr/>
  </property>
  <property fmtid="{D5CDD505-2E9C-101B-9397-08002B2CF9AE}" pid="15" name="HText">
    <vt:lpwstr/>
  </property>
  <property fmtid="{D5CDD505-2E9C-101B-9397-08002B2CF9AE}" pid="16" name="FText">
    <vt:lpwstr/>
  </property>
  <property fmtid="{D5CDD505-2E9C-101B-9397-08002B2CF9AE}" pid="17" name="WMark">
    <vt:lpwstr/>
  </property>
  <property fmtid="{D5CDD505-2E9C-101B-9397-08002B2CF9AE}" pid="18" name="Set">
    <vt:lpwstr>Ky4oOiM=</vt:lpwstr>
  </property>
  <property fmtid="{D5CDD505-2E9C-101B-9397-08002B2CF9AE}" pid="19" name="Classification_6">
    <vt:lpwstr>W2B1eml7dXVVd0FidWR8aGZpU4mIfoaSOiA6hoiALSFILC4wJoaAkj+PjISTlJGalp6GQZOKn08tLiY8OigtIFY=</vt:lpwstr>
  </property>
  <property fmtid="{D5CDD505-2E9C-101B-9397-08002B2CF9AE}" pid="20" name="Classification_7">
    <vt:lpwstr>VWBzZnR5dHBGbkphfmp0anSYPnOGKjqRIDAtgZ+dKSlIKy8sNSmHm5qPj5Gflo+BUZOdgksmOD0oSDcrOSA=</vt:lpwstr>
  </property>
  <property fmtid="{D5CDD505-2E9C-101B-9397-08002B2CF9AE}" pid="21" name="Classification_8">
    <vt:lpwstr>VWBzZnR5dHBGbkpneGp0ZHSYPnOVNzuDLDc8io9PKy+aKYUmPIyHmI+DjY+EUYKakksxJTkkXzAsKT8=</vt:lpwstr>
  </property>
  <property fmtid="{D5CDD505-2E9C-101B-9397-08002B2CF9AE}" pid="22" name="Classification_9">
    <vt:lpwstr>VWBzZnR5dHBGZkBofmB/YGZ5MoV+jT2QITgxTzmROzGBISYxMY1fkJWFhSGTl4SWlICdhp6RXJeGiEgtPyUtPSIyMzs=</vt:lpwstr>
  </property>
  <property fmtid="{D5CDD505-2E9C-101B-9397-08002B2CF9AE}" pid="23" name="Classification_10">
    <vt:lpwstr>VWB8ZnR5dHBGZkpnfWp2YnSJPnOGKjqRIDAtgZ+dKSlIKy8sNSmHm5qPj5Gflo+BUZOdgksmOD0oSDcrOSA=</vt:lpwstr>
  </property>
  <property fmtid="{D5CDD505-2E9C-101B-9397-08002B2CF9AE}" pid="24" name="Classification_11">
    <vt:lpwstr>VWB8ZnR5dHBGZkpne2p3ZHSJPnOVNzuDLDc8io9PKy+aKYUmPIyHmI+DjY+EUYKakksxJTkkXzAsKT8=</vt:lpwstr>
  </property>
  <property fmtid="{D5CDD505-2E9C-101B-9397-08002B2CF9AE}" pid="25" name="Classification_12">
    <vt:lpwstr>VGB9ZnR5dHBGY0pgd2p0a3SJPnOGKjqRIDAtgZ+dKSlIKy8sNSmHm5qPj5Gflo+BUZOdgksmOD0oSD5YQlxcPVZH</vt:lpwstr>
  </property>
  <property fmtid="{D5CDD505-2E9C-101B-9397-08002B2CF9AE}" pid="26" name="Classification_13">
    <vt:lpwstr>VGB9ZnR5dHBGY0pgd2p2YXSJPnOVNzuDLDc8io9PKy+aKYUmPIyHmI+DjY+EUYKakksxJTkkXzlfUkNeWFxc</vt:lpwstr>
  </property>
  <property fmtid="{D5CDD505-2E9C-101B-9397-08002B2CF9AE}" pid="27" name="Classification_14">
    <vt:lpwstr>XH5re3Zmd3RXY1BhdWVyaGRgU5iIfpeYJzIhi46aPCySJH4mPoCFM5yEgYKbj46ckYRcjJ+ISTcjLDJDOFpbIFZaT0Y=</vt:lpwstr>
  </property>
  <property fmtid="{D5CDD505-2E9C-101B-9397-08002B2CF9AE}" pid="28" name="Classification_15">
    <vt:lpwstr>XH5re3Zmd3RXY1BmdWBxaGVuU5iIfoSFJiAtjJ+RLH6QIiwklIqMlpyHlI6ZkZVbnJ+fVDMvOzVEKEVZRVxBIFc=</vt:lpwstr>
  </property>
  <property fmtid="{D5CDD505-2E9C-101B-9397-08002B2CF9AE}" pid="29" name="Classification_16">
    <vt:lpwstr>XH1rfWl7dXVSd0FidWF8aGZhU4mIfoaSOiA6hoiALSFIKy8sNSmHm5qPj5Gflo+BUZOdgksmOD0oSD5YQlxcPVZG</vt:lpwstr>
  </property>
  <property fmtid="{D5CDD505-2E9C-101B-9397-08002B2CF9AE}" pid="30" name="Classification_17">
    <vt:lpwstr>XH1rfWl7dXVSd0FidWF8aGdhU4mIfoSFJiAtjJ+RLH6QIiwklIqMlpyHlI6ZkZVbnJ+fVDMvOzVEKEVZRVxBIFc=</vt:lpwstr>
  </property>
  <property fmtid="{D5CDD505-2E9C-101B-9397-08002B2CF9AE}" pid="31" name="Classification_18">
    <vt:lpwstr>XH1rfWl7dXVSd0FidWNzaGFpU4mIfpeYJzIhi46aPCySJH4mPoCFM5yEgYKbj46ckYRcjJ+ISTcjLDJDOFpbIFZaT0Y=</vt:lpwstr>
  </property>
  <property fmtid="{D5CDD505-2E9C-101B-9397-08002B2CF9AE}" pid="32" name="Classification_19">
    <vt:lpwstr>XH1rfWl7dXVSd0FidWN9aGRtU4mIfoSFJiAtjJ+RLH6QIiwklIqMlpyHlI6ZkZVbnJ+fVDMvOzVEKEVZRVxBIFc=</vt:lpwstr>
  </property>
  <property fmtid="{D5CDD505-2E9C-101B-9397-08002B2CF9AE}" pid="33" name="Classification_20">
    <vt:lpwstr>XH1rcWl7dXVSd0NofmR/Z2x5I4V+iztXijgpnJidLiyQKTEsO4dfmYuEi4yAjI41nJiXjJuVnZ2HkV2NmoFXWjI/MDogLCBPLiAvOENc</vt:lpwstr>
  </property>
  <property fmtid="{D5CDD505-2E9C-101B-9397-08002B2CF9AE}" pid="34" name="Classification_21">
    <vt:lpwstr>XH1reHBmd3RXY1Bjf2p1ZW5sQWiEiG8lLCc8nYKXPCCXc36PgCErPi8/K0w0Oi05T0E=</vt:lpwstr>
  </property>
  <property fmtid="{D5CDD505-2E9C-101B-9397-08002B2CF9AE}" pid="35" name="Classification_22">
    <vt:lpwstr>XH1reHBmd3RXY1Bjf2p1am5pR2iEiG8nOzs8ioiALSFIIjEtO4SUgJAsh4mVnIqFkJmcm16GnZlSLycmOiE8QylaOzI8M19T</vt:lpwstr>
  </property>
  <property fmtid="{D5CDD505-2E9C-101B-9397-08002B2CF9AE}" pid="36" name="Classification_23">
    <vt:lpwstr>XH1re3Nmd3RXY1BjfWpxYm5rR2iViG85JnSLg4qHOyyVISYkIICLnUSei4SZjCGWl5WRhICKm5qdS5CBmFc/US41Pjw6LQ==</vt:lpwstr>
  </property>
  <property fmtid="{D5CDD505-2E9C-101B-9397-08002B2CF9AE}" pid="37" name="Classification_24">
    <vt:lpwstr>XGB1cGl7dXVTd0FidWN3aGBqU4mIfoaSOiA6hoiALSFIc4aPnShJPklbVFFdT1A=</vt:lpwstr>
  </property>
  <property fmtid="{D5CDD505-2E9C-101B-9397-08002B2CF9AE}" pid="38" name="Classification_25">
    <vt:lpwstr>XGB1cGl7dXVTd0FidWR8aGZvU4mIfoSFJiAtjJ+RLH6QIiwklIqMlpyHlI6ZkZVbnJ+fVDMvOzVEKEVZRVxBIFc=</vt:lpwstr>
  </property>
  <property fmtid="{D5CDD505-2E9C-101B-9397-08002B2CF9AE}" pid="39" name="Classification_26">
    <vt:lpwstr>XGB1cGl7dXVTd0FidWV1aGdrU4mIfpeYJzIhi46aPCySJH4mPoCFM5yEgYKbj46ckYRcjJ+ISTcjLDJDOFpbIFZaT0Y=</vt:lpwstr>
  </property>
  <property fmtid="{D5CDD505-2E9C-101B-9397-08002B2CF9AE}" pid="40" name="Classification_27">
    <vt:lpwstr>XGB1cGl7dXVTd0FidWV0aGZgU4mIfoSFJiAtjJ+RLH6QIiwklIqMlpyHlI6ZkZVbnJ+fVDMvOzVEKEVZRVxBIFc=</vt:lpwstr>
  </property>
  <property fmtid="{D5CDD505-2E9C-101B-9397-08002B2CF9AE}" pid="41" name="Classification_28">
    <vt:lpwstr>XGB2eWl7dXVTd0lofml/Ymx5MoV+iztXijgpnJidLiyQKTEsO4dfkJWFhSGTl4SWlICdhp6RXJeGiEgtPyUtPStBSEdAUl9T</vt:lpwstr>
  </property>
  <property fmtid="{D5CDD505-2E9C-101B-9397-08002B2CF9AE}" pid="42" name="Classification_29">
    <vt:lpwstr>XGB2eWl7dXVTd0lofWd/Y2d5MoV+lzGEPSYhjJ+RLH5Ii4+MlUQpRUhcVExATg==</vt:lpwstr>
  </property>
  <property fmtid="{D5CDD505-2E9C-101B-9397-08002B2CF9AE}" pid="43" name="Classification_30">
    <vt:lpwstr>XGB2eWl7dXVTd0lofWh/Z2x5MoV+iztXijgpnJidLiyQKTEsO4dfkJWFhSGTl4SWlICdhp6RXJeGiEgtPyUtPStBSEdAUl9T</vt:lpwstr>
  </property>
  <property fmtid="{D5CDD505-2E9C-101B-9397-08002B2CF9AE}" pid="44" name="Classification_31">
    <vt:lpwstr>XGB2eWl7dXVTd0lofGR/YWd5MoV+lzGEPSYhjJ+RLH5Ii4+MlUQpRUhcVExATg==</vt:lpwstr>
  </property>
  <property fmtid="{D5CDD505-2E9C-101B-9397-08002B2CF9AE}" pid="45" name="Classification_32">
    <vt:lpwstr>XGB2eWl7dXVTd0lofGV/Ym15MoV+iztXijgpnJidLiyQKTEsO4dfkJWFhSGTl4SWlICdhp6RXJeGiEgtPyUtPStBSEdAUl9T</vt:lpwstr>
  </property>
  <property fmtid="{D5CDD505-2E9C-101B-9397-08002B2CF9AE}" pid="46" name="Classification_33">
    <vt:lpwstr>XGB2eWl7dXVTd0loe2B/Y2R5MoV+lzGEPSYhjJ+RLH5Ii4+MlUQpRUhcVExATg==</vt:lpwstr>
  </property>
  <property fmtid="{D5CDD505-2E9C-101B-9397-08002B2CF9AE}" pid="47" name="Classification_34">
    <vt:lpwstr>XGB2eWl7dXVTd0loe2J/YWZ5MoV+iztXijgpnJidLiyQKTEsO4dfkJWFhSGTl4SWlICdhp6RXJeGiEgtPyUtPStBSEdAUl9T</vt:lpwstr>
  </property>
  <property fmtid="{D5CDD505-2E9C-101B-9397-08002B2CF9AE}" pid="48" name="Classification_35">
    <vt:lpwstr>XGB2eWl7dXVTd0Fof2F/Z2d5I4V+lzGEPSYhjJ+RLH5Ii4+MlUQpRUhcVExATg==</vt:lpwstr>
  </property>
  <property fmtid="{D5CDD505-2E9C-101B-9397-08002B2CF9AE}" pid="49" name="Classification_36">
    <vt:lpwstr>XGB2eWl7dXVTd0FoemB/Ymd5I4V+iztXijgpnJidLiyQKTEsO4dfmYuEi4yAjI41nJiXjJuVnZ2HkV2NmoFXWjI/MDogLCBPLiAvOENc</vt:lpwstr>
  </property>
  <property fmtid="{D5CDD505-2E9C-101B-9397-08002B2CF9AE}" pid="50" name="Classification_37">
    <vt:lpwstr>XGB2eWl7dXVTd0Nofmd/Y2B5I4V+lzGEPSYhjJ+RLH5Ii4+MlUQpRUhcVExATg==</vt:lpwstr>
  </property>
  <property fmtid="{D5CDD505-2E9C-101B-9397-08002B2CF9AE}" pid="51" name="Classification_38">
    <vt:lpwstr>XGB2eWl7dXVTd0Nofmd/YGV5I4V+iztXijgpnJidLiyQKTEsO4dfkJWFhSGTl4SWlICdhp6RXJeGiEgtPyUtPStBSEdAUl9T</vt:lpwstr>
  </property>
  <property fmtid="{D5CDD505-2E9C-101B-9397-08002B2CF9AE}" pid="52" name="Classification_39">
    <vt:lpwstr>XGB2eWl7dXVTd0NofGZ/Y2N5I4V+lzGEPSYhjJ+RLH5IgpGNmyQ0IDBBICQ8M1FE</vt:lpwstr>
  </property>
  <property fmtid="{D5CDD505-2E9C-101B-9397-08002B2CF9AE}" pid="53" name="Classification_40">
    <vt:lpwstr>XGB2eWl7dXVTd0dof2Z/YWd5I4V+iztXijgpnJidLiyQKTEsO4dfkJWFhSGTl4SWlICdhp6RXJeGiEgtPyUtPStBSEdAUl9T</vt:lpwstr>
  </property>
  <property fmtid="{D5CDD505-2E9C-101B-9397-08002B2CF9AE}" pid="54" name="Classification_41">
    <vt:lpwstr>XGB2eGl7dXVTd0lofmd/ZmN5MoV+lzGEPSYhjJ+RLH5Ii4+MlUQpRUhcVExATg==</vt:lpwstr>
  </property>
  <property fmtid="{D5CDD505-2E9C-101B-9397-08002B2CF9AE}" pid="55" name="Classification_42">
    <vt:lpwstr>XGB2eGl7dXVTd0FidWF2aGFuU4mIfpqYaZckjpiHISOaKyQxPYaKSJyGjYAwnImQnJuCgJmLhlqKip5VNiYlUUs6SUBAT0JSWw==</vt:lpwstr>
  </property>
  <property fmtid="{D5CDD505-2E9C-101B-9397-08002B2CF9AE}" pid="56" name="Classification_43">
    <vt:lpwstr>XGB2eGl7dXVTd0FidWFxaGdgU4mIfoaSOiA6hoiALSFIKy8sNSmHm5qPj5Gflo+BUZOdgksmOD0oSD5YQlxcPVZG</vt:lpwstr>
  </property>
  <property fmtid="{D5CDD505-2E9C-101B-9397-08002B2CF9AE}" pid="57" name="Classification_44">
    <vt:lpwstr>XGB2eGl7dXVTd0FidWFwaGFvU4mIfoSFJiAtjJ+RLH6QIiwklIqMlpyHlI6ZkZVbnJ+fVDMvOzVEKEVZRVxBIFc=</vt:lpwstr>
  </property>
  <property fmtid="{D5CDD505-2E9C-101B-9397-08002B2CF9AE}" pid="58" name="Classification_45">
    <vt:lpwstr>XGB2eGl7dXVTd0FidWFyaGRhU4mIfpqYaZckjpiHISOaKyQxPYaKSJyGjYAwnImQnJuCgJmLhlqKip5VNiYlUUs6SUBAT0JSWw==</vt:lpwstr>
  </property>
  <property fmtid="{D5CDD505-2E9C-101B-9397-08002B2CF9AE}" pid="59" name="Classification_46">
    <vt:lpwstr>XGB2cWl7dXVTd0FidWN3aGdtU4mIfpeYJzIhi46aPCySJH4mPoCFM5yEgYKbj46ckYRcjJ+ISTcjLDJDOFpbIFZaT0Y=</vt:lpwstr>
  </property>
  <property fmtid="{D5CDD505-2E9C-101B-9397-08002B2CF9AE}" pid="60" name="Classification_47">
    <vt:lpwstr>XGB2cWl7dXVTd0FidWN3aGBhU4mIfoSFJiAtjJ+RLH6QIiwklIqMlpyHlI6ZkZVbnJ+fVDMvOzVEKEVZRVxBIFc=</vt:lpwstr>
  </property>
  <property fmtid="{D5CDD505-2E9C-101B-9397-08002B2CF9AE}" pid="61" name="Classification_48">
    <vt:lpwstr>XGB2cWl7dXVTd0FidWN3aGFuU4mIfpqYaZckjpiHISOaKyQxPYaKSJyGjYAwnImQnJuCgJmLhlqKip5VNiYlUUs6SUBAT0JSWw==</vt:lpwstr>
  </property>
  <property fmtid="{D5CDD505-2E9C-101B-9397-08002B2CF9AE}" pid="62" name="Classification_49">
    <vt:lpwstr>XGB2cWl7dXVTd0FidWN2aGRqU4mIfoaSOiA6hoiALSFIKy8sNSmHm5qPj5Gflo+BUZOdgksmOD0oSD5YQlxcPVZG</vt:lpwstr>
  </property>
  <property fmtid="{D5CDD505-2E9C-101B-9397-08002B2CF9AE}" pid="63" name="Classification_50">
    <vt:lpwstr>XGB2cWl7dXVTd0FidWN2aGRgU4mIfoSFJiAtjJ+RLH6QIiwklIqMlpyHlI6ZkZVbnJ+fVDMvOzVEKEVZRVxBIFc=</vt:lpwstr>
  </property>
  <property fmtid="{D5CDD505-2E9C-101B-9397-08002B2CF9AE}" pid="64" name="lqminfo">
    <vt:i4>3</vt:i4>
  </property>
  <property fmtid="{D5CDD505-2E9C-101B-9397-08002B2CF9AE}" pid="65" name="lqmsess">
    <vt:lpwstr>1a5f720e-7d00-4620-88a5-38245ece3927</vt:lpwstr>
  </property>
  <property fmtid="{D5CDD505-2E9C-101B-9397-08002B2CF9AE}" pid="66" name="ContentTypeId">
    <vt:lpwstr>0x0101008B061E8E1705A94585BA488A196C312F</vt:lpwstr>
  </property>
  <property fmtid="{D5CDD505-2E9C-101B-9397-08002B2CF9AE}" pid="67" name="ClassificationContentMarkingFooterLocations">
    <vt:lpwstr>CP_CorpTemp_2024:6</vt:lpwstr>
  </property>
  <property fmtid="{D5CDD505-2E9C-101B-9397-08002B2CF9AE}" pid="68" name="ClassificationContentMarkingFooterText">
    <vt:lpwstr>[Confidential]</vt:lpwstr>
  </property>
</Properties>
</file>