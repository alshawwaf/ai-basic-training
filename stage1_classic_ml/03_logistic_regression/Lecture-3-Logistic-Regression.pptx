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1.3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Logistic Regression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From Numbers to Decisions  -  Building a Phishing Classifier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From regression to classification - the sigmoid function</a:t>
            </a:r>
          </a:p>
          <a:p>
            <a:r>
              <a:rPr sz="1600">
                <a:latin typeface="Calibri"/>
              </a:rPr>
              <a:t>Phishing URL features - what makes a URL suspicious</a:t>
            </a:r>
          </a:p>
          <a:p>
            <a:r>
              <a:rPr sz="1600">
                <a:latin typeface="Calibri"/>
              </a:rPr>
              <a:t>Training the model and interpreting coefficients</a:t>
            </a:r>
          </a:p>
          <a:p>
            <a:r>
              <a:rPr sz="1600">
                <a:latin typeface="Calibri"/>
              </a:rPr>
              <a:t>Probabilities vs hard labels - predict_proba()</a:t>
            </a:r>
          </a:p>
          <a:p>
            <a:r>
              <a:rPr sz="1600">
                <a:latin typeface="Calibri"/>
              </a:rPr>
              <a:t>Threshold tuning - balancing precision and recall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From Numbers</a:t>
            </a:r>
          </a:p>
          <a:p>
            <a:r>
              <a:rPr b="1">
                <a:latin typeface="Calibri"/>
              </a:rPr>
              <a:t>to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Linear vs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Linear Regression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Predicts a number:</a:t>
            </a:r>
          </a:p>
          <a:p>
            <a:r>
              <a:rPr sz="1400">
                <a:latin typeface="Calibri"/>
              </a:rPr>
              <a:t>  Response time = 247.3 ms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Output range: any number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Use case:</a:t>
            </a:r>
          </a:p>
          <a:p>
            <a:r>
              <a:rPr sz="1400">
                <a:latin typeface="Calibri"/>
              </a:rPr>
              <a:t>  'How much response time?'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Logistic Regression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Predicts a probability:</a:t>
            </a:r>
          </a:p>
          <a:p>
            <a:r>
              <a:rPr sz="1400">
                <a:latin typeface="Calibri"/>
              </a:rPr>
              <a:t>  P(phishing) = 0.87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Output range: 0 to 1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Use case:</a:t>
            </a:r>
          </a:p>
          <a:p>
            <a:r>
              <a:rPr sz="1400">
                <a:latin typeface="Calibri"/>
              </a:rPr>
              <a:t>  'Is this URL phishing?'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Sigmoid Function - Squashing Scores into Probabilities</a:t>
            </a:r>
          </a:p>
        </p:txBody>
      </p:sp>
      <p:pic>
        <p:nvPicPr>
          <p:cNvPr id="3" name="Picture 2" descr="sigmo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48918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Phishing URL</a:t>
            </a:r>
          </a:p>
          <a:p>
            <a:r>
              <a:rPr b="1">
                <a:latin typeface="Calibri"/>
              </a:rPr>
              <a:t>Feature Engineering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Six Signals Extracted from Every URL</a:t>
            </a:r>
          </a:p>
        </p:txBody>
      </p:sp>
      <p:pic>
        <p:nvPicPr>
          <p:cNvPr id="3" name="Picture 2" descr="url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1018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Feature engineering is where</a:t>
            </a:r>
          </a:p>
          <a:p>
            <a:r>
              <a:rPr sz="1400">
                <a:latin typeface="Calibri"/>
              </a:rPr>
              <a:t>domain expertise matters most.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A security analyst knows which</a:t>
            </a:r>
          </a:p>
          <a:p>
            <a:r>
              <a:rPr sz="1400">
                <a:latin typeface="Calibri"/>
              </a:rPr>
              <a:t>URL patterns are suspicious -</a:t>
            </a:r>
          </a:p>
          <a:p>
            <a:r>
              <a:rPr sz="1400">
                <a:latin typeface="Calibri"/>
              </a:rPr>
              <a:t>the model just quantifies it.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Engineering for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Every URL becomes a row of numbers:</a:t>
            </a:r>
          </a:p>
          <a:p>
            <a:r>
              <a:rPr sz="1400">
                <a:latin typeface="Calibri"/>
              </a:rPr>
              <a:t>  [92, 5, 1, 1, 3, 0]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The model never sees the raw URL</a:t>
            </a:r>
          </a:p>
          <a:p>
            <a:r>
              <a:rPr sz="1400">
                <a:latin typeface="Calibri"/>
              </a:rPr>
              <a:t>  - only the extracted features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Feature quality determines model</a:t>
            </a:r>
          </a:p>
          <a:p>
            <a:r>
              <a:rPr sz="1400">
                <a:latin typeface="Calibri"/>
              </a:rPr>
              <a:t>quality - garbage in, garbage 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Training the Model</a:t>
            </a:r>
          </a:p>
          <a:p>
            <a:r>
              <a:rPr b="1">
                <a:latin typeface="Calibri"/>
              </a:rPr>
              <a:t>and Reading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Code - Familiar Pattern from Lesson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from sklearn.linear_model import LogisticRegression</a:t>
            </a:r>
          </a:p>
          <a:p>
            <a:r>
              <a:rPr sz="1500">
                <a:latin typeface="Calibri"/>
              </a:rPr>
              <a:t>from sklearn.preprocessing import StandardScaler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scaler = StandardScaler()</a:t>
            </a:r>
          </a:p>
          <a:p>
            <a:r>
              <a:rPr sz="1500">
                <a:latin typeface="Calibri"/>
              </a:rPr>
              <a:t>X_train_scaled = scaler.fit_transform(X_train)</a:t>
            </a:r>
          </a:p>
          <a:p>
            <a:r>
              <a:rPr sz="1500">
                <a:latin typeface="Calibri"/>
              </a:rPr>
              <a:t>X_test_scaled = scaler.transform(X_test)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model = LogisticRegression()</a:t>
            </a:r>
          </a:p>
          <a:p>
            <a:r>
              <a:rPr sz="1500">
                <a:latin typeface="Calibri"/>
              </a:rPr>
              <a:t>model.fit(X_train_scaled, y_train)</a:t>
            </a:r>
          </a:p>
          <a:p>
            <a:r>
              <a:rPr sz="1500">
                <a:latin typeface="Calibri"/>
              </a:rPr>
              <a:t>y_pred = model.predict(X_test_scaled)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Coefficients - What Drives the Prediction</a:t>
            </a:r>
          </a:p>
        </p:txBody>
      </p:sp>
      <p:pic>
        <p:nvPicPr>
          <p:cNvPr id="3" name="Picture 2" descr="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4360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In security, a model that</a:t>
            </a:r>
          </a:p>
          <a:p>
            <a:r>
              <a:rPr sz="1400">
                <a:latin typeface="Calibri"/>
              </a:rPr>
              <a:t>cannot be explained will</a:t>
            </a:r>
          </a:p>
          <a:p>
            <a:r>
              <a:rPr sz="1400">
                <a:latin typeface="Calibri"/>
              </a:rPr>
              <a:t>not be trusted.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Logistic regression gives</a:t>
            </a:r>
          </a:p>
          <a:p>
            <a:r>
              <a:rPr sz="1400">
                <a:latin typeface="Calibri"/>
              </a:rPr>
              <a:t>you built-in transparency.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Why Interpretability Matters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model.coef_ tells you:</a:t>
            </a:r>
          </a:p>
          <a:p>
            <a:r>
              <a:rPr sz="1400">
                <a:latin typeface="Calibri"/>
              </a:rPr>
              <a:t>  which features increase risk</a:t>
            </a:r>
          </a:p>
          <a:p>
            <a:r>
              <a:rPr sz="1400">
                <a:latin typeface="Calibri"/>
              </a:rPr>
              <a:t>  which features decrease risk</a:t>
            </a:r>
          </a:p>
          <a:p>
            <a:r>
              <a:rPr sz="1400">
                <a:latin typeface="Calibri"/>
              </a:rPr>
              <a:t>  how much each one contributes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You can explain to stakeholders:</a:t>
            </a:r>
          </a:p>
          <a:p>
            <a:r>
              <a:rPr sz="1400">
                <a:latin typeface="Calibri"/>
              </a:rPr>
              <a:t>  'This URL was flagged because</a:t>
            </a:r>
          </a:p>
          <a:p>
            <a:r>
              <a:rPr sz="1400">
                <a:latin typeface="Calibri"/>
              </a:rPr>
              <a:t>  it has 5 dots, uses an IP address,</a:t>
            </a:r>
          </a:p>
          <a:p>
            <a:r>
              <a:rPr sz="1400">
                <a:latin typeface="Calibri"/>
              </a:rPr>
              <a:t>  and contains an @ symbol.'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Probabilities</a:t>
            </a:r>
          </a:p>
          <a:p>
            <a:r>
              <a:rPr b="1">
                <a:latin typeface="Calibri"/>
              </a:rPr>
              <a:t>and Thresholds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Two Ways to Get Predictions</a:t>
            </a:r>
          </a:p>
        </p:txBody>
      </p:sp>
      <p:pic>
        <p:nvPicPr>
          <p:cNvPr id="3" name="Picture 2" descr="predict_vs_pro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6502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Tuning the Decision Threshold</a:t>
            </a:r>
          </a:p>
        </p:txBody>
      </p:sp>
      <p:pic>
        <p:nvPicPr>
          <p:cNvPr id="3" name="Picture 2" descr="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6003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Choosing the Right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Lower threshold (e.g. 0.3)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Catches more phishing URLs</a:t>
            </a:r>
          </a:p>
          <a:p>
            <a:r>
              <a:rPr sz="1400">
                <a:latin typeface="Calibri"/>
              </a:rPr>
              <a:t>More false alarms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Best when:</a:t>
            </a:r>
          </a:p>
          <a:p>
            <a:r>
              <a:rPr sz="1400">
                <a:latin typeface="Calibri"/>
              </a:rPr>
              <a:t>  Missing an attack is costly</a:t>
            </a:r>
          </a:p>
          <a:p>
            <a:r>
              <a:rPr sz="1400">
                <a:latin typeface="Calibri"/>
              </a:rPr>
              <a:t>  SOC team can handle volume</a:t>
            </a:r>
          </a:p>
          <a:p>
            <a:r>
              <a:rPr sz="1400">
                <a:latin typeface="Calibri"/>
              </a:rPr>
              <a:t>  Alerting, not blocking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Higher threshold (e.g. 0.8)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Fewer false alarms</a:t>
            </a:r>
          </a:p>
          <a:p>
            <a:r>
              <a:rPr sz="1400">
                <a:latin typeface="Calibri"/>
              </a:rPr>
              <a:t>May miss some phishing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Best when:</a:t>
            </a:r>
          </a:p>
          <a:p>
            <a:r>
              <a:rPr sz="1400">
                <a:latin typeface="Calibri"/>
              </a:rPr>
              <a:t>  Auto-blocking URLs</a:t>
            </a:r>
          </a:p>
          <a:p>
            <a:r>
              <a:rPr sz="1400">
                <a:latin typeface="Calibri"/>
              </a:rPr>
              <a:t>  Blocking legit = major cost</a:t>
            </a:r>
          </a:p>
          <a:p>
            <a:r>
              <a:rPr sz="1400">
                <a:latin typeface="Calibri"/>
              </a:rPr>
              <a:t>  Small team, less capacity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</a:t>
            </a:r>
          </a:p>
          <a:p>
            <a:r>
              <a:rPr b="1">
                <a:latin typeface="Calibri"/>
              </a:rP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Exercise 1:  From regression to classification - the sigmoid function</a:t>
            </a:r>
          </a:p>
          <a:p>
            <a:r>
              <a:rPr sz="1600">
                <a:latin typeface="Calibri"/>
              </a:rPr>
              <a:t>Exercise 2:  Feature engineering - build phishing URL features from scratch</a:t>
            </a:r>
          </a:p>
          <a:p>
            <a:r>
              <a:rPr sz="1600">
                <a:latin typeface="Calibri"/>
              </a:rPr>
              <a:t>Exercise 3:  Train and evaluate - classification report, confusion matrix</a:t>
            </a:r>
          </a:p>
          <a:p>
            <a:r>
              <a:rPr sz="1600">
                <a:latin typeface="Calibri"/>
              </a:rPr>
              <a:t>Exercise 4:  Threshold tuning - find the right balance for your use case</a:t>
            </a:r>
          </a:p>
          <a:p>
            <a:r>
              <a:rPr sz="1600">
                <a:latin typeface="Calibri"/>
              </a:rPr>
              <a:t/>
            </a:r>
          </a:p>
          <a:p>
            <a:r>
              <a:rPr sz="1600">
                <a:latin typeface="Calibri"/>
              </a:rPr>
              <a:t>Each exercise: lecture.md (concept) + handson.md (build it yourself)</a:t>
            </a:r>
          </a:p>
          <a:p>
            <a:r>
              <a:rPr sz="1600">
                <a:latin typeface="Calibri"/>
              </a:rPr>
              <a:t>Solution files provided to check your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Logistic regression predicts probability (0 to 1) via the sigmoid function</a:t>
            </a:r>
          </a:p>
          <a:p>
            <a:r>
              <a:rPr sz="1500">
                <a:latin typeface="Calibri"/>
              </a:rPr>
              <a:t>Feature engineering turns raw URLs into numbers the model can learn from</a:t>
            </a:r>
          </a:p>
          <a:p>
            <a:r>
              <a:rPr sz="1500">
                <a:latin typeface="Calibri"/>
              </a:rPr>
              <a:t>Coefficients reveal which features drive predictions - built-in interpretability</a:t>
            </a:r>
          </a:p>
          <a:p>
            <a:r>
              <a:rPr sz="1500">
                <a:latin typeface="Calibri"/>
              </a:rPr>
              <a:t>predict_proba() gives probabilities; predict() gives hard labels at threshold 0.5</a:t>
            </a:r>
          </a:p>
          <a:p>
            <a:r>
              <a:rPr sz="1500">
                <a:latin typeface="Calibri"/>
              </a:rPr>
              <a:t>Threshold tuning balances precision (fewer false alarms) vs recall (catch more attacks)</a:t>
            </a:r>
          </a:p>
          <a:p>
            <a:r>
              <a:rPr sz="1500">
                <a:latin typeface="Calibri"/>
              </a:rPr>
              <a:t>Next: Decision Trees - a different approach that learns if/else rules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Lesson 1.4 - Decision Trees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Logistic Regression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