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2.4  |  Stage 2: Intermediate 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Cross-Validation &amp; Overfitting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Does Your Model Actually Generalise?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Overfitting - when the model memorises instead of learns</a:t>
            </a:r>
          </a:p>
          <a:p>
            <a:r>
              <a:rPr sz="1600"/>
              <a:t>The bias-variance tradeoff</a:t>
            </a:r>
          </a:p>
          <a:p>
            <a:r>
              <a:rPr sz="1600"/>
              <a:t>K-fold cross-validation - reliable performance estimates</a:t>
            </a:r>
          </a:p>
          <a:p>
            <a:r>
              <a:rPr sz="1600"/>
              <a:t>Regularisation techniques for every model type</a:t>
            </a:r>
          </a:p>
          <a:p>
            <a:r>
              <a:rPr sz="1600"/>
              <a:t>Finding the sweet spot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What is</a:t>
            </a:r>
          </a:p>
          <a:p>
            <a:r>
              <a:t>Overfitting?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vs Validation: The Gap Is the Problem</a:t>
            </a:r>
          </a:p>
        </p:txBody>
      </p:sp>
      <p:pic>
        <p:nvPicPr>
          <p:cNvPr id="3" name="Picture 2" descr="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03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vs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Overfitting</a:t>
            </a:r>
          </a:p>
          <a:p>
            <a:r>
              <a:rPr sz="1400"/>
              <a:t/>
            </a:r>
          </a:p>
          <a:p>
            <a:r>
              <a:rPr sz="1400"/>
              <a:t>Train accuracy: 99.8%</a:t>
            </a:r>
          </a:p>
          <a:p>
            <a:r>
              <a:rPr sz="1400"/>
              <a:t>Test accuracy: 71.2%</a:t>
            </a:r>
          </a:p>
          <a:p>
            <a:r>
              <a:rPr sz="1400"/>
              <a:t/>
            </a:r>
          </a:p>
          <a:p>
            <a:r>
              <a:rPr sz="1400"/>
              <a:t>Large gap</a:t>
            </a:r>
          </a:p>
          <a:p>
            <a:r>
              <a:rPr sz="1400"/>
              <a:t>Model memorised noise</a:t>
            </a:r>
          </a:p>
          <a:p>
            <a:r>
              <a:rPr sz="1400"/>
              <a:t>Too complex for the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/>
              <a:t>Underfitting</a:t>
            </a:r>
          </a:p>
          <a:p>
            <a:r>
              <a:rPr sz="1400"/>
              <a:t/>
            </a:r>
          </a:p>
          <a:p>
            <a:r>
              <a:rPr sz="1400"/>
              <a:t>Train accuracy: 65%</a:t>
            </a:r>
          </a:p>
          <a:p>
            <a:r>
              <a:rPr sz="1400"/>
              <a:t>Test accuracy: 64%</a:t>
            </a:r>
          </a:p>
          <a:p>
            <a:r>
              <a:rPr sz="1400"/>
              <a:t/>
            </a:r>
          </a:p>
          <a:p>
            <a:r>
              <a:rPr sz="1400"/>
              <a:t>Small gap - but both poor</a:t>
            </a:r>
          </a:p>
          <a:p>
            <a:r>
              <a:rPr sz="1400"/>
              <a:t>Model hasn't learned enough</a:t>
            </a:r>
          </a:p>
          <a:p>
            <a:r>
              <a:rPr sz="1400"/>
              <a:t>Too simple for the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Bias-Variance</a:t>
            </a:r>
          </a:p>
          <a:p>
            <a:r>
              <a:t>Tradeoff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Regimes: Underfit, Sweet Spot, Overfit</a:t>
            </a:r>
          </a:p>
        </p:txBody>
      </p:sp>
      <p:pic>
        <p:nvPicPr>
          <p:cNvPr id="3" name="Picture 2" descr="bias_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428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A model that scores 99%</a:t>
            </a:r>
          </a:p>
          <a:p>
            <a:r>
              <a:rPr sz="1400"/>
              <a:t>on training data but 70%</a:t>
            </a:r>
          </a:p>
          <a:p>
            <a:r>
              <a:rPr sz="1400"/>
              <a:t>on new data is useless.</a:t>
            </a:r>
          </a:p>
          <a:p>
            <a:r>
              <a:rPr sz="1400"/>
              <a:t/>
            </a:r>
          </a:p>
          <a:p>
            <a:r>
              <a:rPr sz="1400"/>
              <a:t>It memorised rather</a:t>
            </a:r>
          </a:p>
          <a:p>
            <a:r>
              <a:rPr sz="1400"/>
              <a:t>than learned.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Most Important Concept Before Neural Networks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High bias = model too simple</a:t>
            </a:r>
          </a:p>
          <a:p>
            <a:r>
              <a:rPr sz="1400"/>
              <a:t>  Misses real patterns in the data</a:t>
            </a:r>
          </a:p>
          <a:p>
            <a:r>
              <a:rPr sz="1400"/>
              <a:t/>
            </a:r>
          </a:p>
          <a:p>
            <a:r>
              <a:rPr sz="1400"/>
              <a:t>High variance = model too complex</a:t>
            </a:r>
          </a:p>
          <a:p>
            <a:r>
              <a:rPr sz="1400"/>
              <a:t>  Fits noise that doesn't generalise</a:t>
            </a:r>
          </a:p>
          <a:p>
            <a:r>
              <a:rPr sz="1400"/>
              <a:t/>
            </a:r>
          </a:p>
          <a:p>
            <a:r>
              <a:rPr sz="1400"/>
              <a:t>Goal: lowest test error</a:t>
            </a:r>
          </a:p>
          <a:p>
            <a:r>
              <a:rPr sz="1400"/>
              <a:t>  Not lowest training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K-Fold</a:t>
            </a:r>
          </a:p>
          <a:p>
            <a:r>
              <a:t>Cross-Validation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Rotate the Evaluation Fold for a Reliable Estimate</a:t>
            </a:r>
          </a:p>
        </p:txBody>
      </p:sp>
      <p:pic>
        <p:nvPicPr>
          <p:cNvPr id="3" name="Picture 2" descr="k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2352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Code - Two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from sklearn.model_selection import cross_val_score</a:t>
            </a:r>
          </a:p>
          <a:p>
            <a:r>
              <a:rPr sz="1500"/>
              <a:t/>
            </a:r>
          </a:p>
          <a:p>
            <a:r>
              <a:rPr sz="1500"/>
              <a:t>scores = cross_val_score(model, X, y, cv=5, scoring='roc_auc')</a:t>
            </a:r>
          </a:p>
          <a:p>
            <a:r>
              <a:rPr sz="1500"/>
              <a:t/>
            </a:r>
          </a:p>
          <a:p>
            <a:r>
              <a:rPr sz="1500"/>
              <a:t>print(f'AUC: {scores.mean():.4f} +/- {scores.std():.4f}')</a:t>
            </a:r>
          </a:p>
          <a:p>
            <a:r>
              <a:rPr sz="1500"/>
              <a:t/>
            </a:r>
          </a:p>
          <a:p>
            <a:r>
              <a:rPr sz="1500"/>
              <a:t>Low std = stable across splits = trustworthy</a:t>
            </a:r>
          </a:p>
          <a:p>
            <a:r>
              <a:rPr sz="1500"/>
              <a:t>High std = model is sensitive to which data it sees</a:t>
            </a:r>
          </a:p>
          <a:p>
            <a:r>
              <a:rPr sz="1500"/>
              <a:t/>
            </a:r>
          </a:p>
          <a:p>
            <a:r>
              <a:rPr sz="1500"/>
              <a:t>5 or 10 folds is standard</a:t>
            </a:r>
          </a:p>
          <a:p>
            <a:r>
              <a:rPr sz="1500"/>
              <a:t>  5 = faster, 10 = slightly more reliable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Regularisation</a:t>
            </a:r>
          </a:p>
          <a:p>
            <a:r>
              <a:t>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Regularisation: One Technique Per Model Family</a:t>
            </a:r>
          </a:p>
        </p:txBody>
      </p:sp>
      <p:pic>
        <p:nvPicPr>
          <p:cNvPr id="3" name="Picture 2" descr="regula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11612880" cy="37434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Overfitting demo - watch train vs val accuracy diverge</a:t>
            </a:r>
          </a:p>
          <a:p>
            <a:r>
              <a:rPr sz="1600"/>
              <a:t>Exercise 2:  Bias-variance - visualise underfit, good fit, overfit models</a:t>
            </a:r>
          </a:p>
          <a:p>
            <a:r>
              <a:rPr sz="1600"/>
              <a:t>Exercise 3:  K-fold cross-validation - compare to single train/test split</a:t>
            </a:r>
          </a:p>
          <a:p>
            <a:r>
              <a:rPr sz="1600"/>
              <a:t>Exercise 4:  Validation curve - automatic parameter sweep to find sweet spot</a:t>
            </a:r>
          </a:p>
          <a:p>
            <a:r>
              <a:rPr sz="1600"/>
              <a:t/>
            </a:r>
          </a:p>
          <a:p>
            <a:r>
              <a:rPr sz="1600"/>
              <a:t>Each exercise: lecture.md + handson.md + solution 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Overfitting = large gap between train and test performance</a:t>
            </a:r>
          </a:p>
          <a:p>
            <a:r>
              <a:rPr sz="1500"/>
              <a:t>The bias-variance tradeoff: find the complexity sweet spot</a:t>
            </a:r>
          </a:p>
          <a:p>
            <a:r>
              <a:rPr sz="1500"/>
              <a:t>Cross-validation gives reliable estimates - better than a single split</a:t>
            </a:r>
          </a:p>
          <a:p>
            <a:r>
              <a:rPr sz="1500"/>
              <a:t>Low std across folds = trustworthy model</a:t>
            </a:r>
          </a:p>
          <a:p>
            <a:r>
              <a:rPr sz="1500"/>
              <a:t>Every model family has regularisation tools to control overfitting</a:t>
            </a:r>
          </a:p>
          <a:p>
            <a:r>
              <a:rPr sz="1500"/>
              <a:t>Next: Stage 3 - Neural Networks (where overfitting gets serious)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Stage 3 - Neural Networks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Cross-Validation &amp; Overfitting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