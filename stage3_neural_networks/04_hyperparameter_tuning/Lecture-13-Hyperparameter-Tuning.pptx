
<file path=[Content_Types].xml><?xml version="1.0" encoding="utf-8"?>
<Types xmlns="http://schemas.openxmlformats.org/package/2006/content-types">
  <Default Extension="jpeg" ContentType="image/jpeg"/>
  <Default Extension="png" ContentType="image/png"/>
  <Default Extension="rels" ContentType="application/vnd.openxmlformats-package.relationships+xml"/>
  <Default Extension="xml" ContentType="application/xml"/>
  <Override PartName="/customXml/itemProps1.xml" ContentType="application/vnd.openxmlformats-officedocument.customXmlProperties+xml"/>
  <Override PartName="/customXml/itemProps2.xml" ContentType="application/vnd.openxmlformats-officedocument.customXmlProperties+xml"/>
  <Override PartName="/customXml/itemProps3.xml" ContentType="application/vnd.openxmlformats-officedocument.customXmlProperties+xml"/>
  <Override PartName="/docMetadata/LabelInfo.xml" ContentType="application/vnd.ms-office.classificationlabels+xml"/>
  <Override PartName="/docProps/app.xml" ContentType="application/vnd.openxmlformats-officedocument.extended-properties+xml"/>
  <Override PartName="/docProps/core.xml" ContentType="application/vnd.openxmlformats-package.core-properties+xml"/>
  <Override PartName="/docProps/custom.xml" ContentType="application/vnd.openxmlformats-officedocument.custom-properties+xml"/>
  <Override PartName="/ppt/commentAuthors.xml" ContentType="application/vnd.openxmlformats-officedocument.presentationml.commentAuthors+xml"/>
  <Override PartName="/ppt/handoutMasters/handoutMaster1.xml" ContentType="application/vnd.openxmlformats-officedocument.presentationml.handoutMaster+xml"/>
  <Override PartName="/ppt/media/image1.svg" ContentType="image/svg+xml"/>
  <Override PartName="/ppt/media/image2.svg" ContentType="image/svg+xml"/>
  <Override PartName="/ppt/media/image3.svg" ContentType="image/svg+xml"/>
  <Override PartName="/ppt/media/image4.svg" ContentType="image/svg+xml"/>
  <Override PartName="/ppt/media/image7.svg" ContentType="image/svg+xml"/>
  <Override PartName="/ppt/media/image8.svg" ContentType="image/svg+xml"/>
  <Override PartName="/ppt/media/image9.svg" ContentType="image/svg+xml"/>
  <Override PartName="/ppt/notesMasters/notesMaster1.xml" ContentType="application/vnd.openxmlformats-officedocument.presentationml.notesMaster+xml"/>
  <Override PartName="/ppt/presProps.xml" ContentType="application/vnd.openxmlformats-officedocument.presentationml.presProps+xml"/>
  <Override PartName="/ppt/presentation.xml" ContentType="application/vnd.openxmlformats-officedocument.presentationml.presentation.main+xml"/>
  <Override PartName="/ppt/slideLayouts/slideLayout1.xml" ContentType="application/vnd.openxmlformats-officedocument.presentationml.slideLayout+xml"/>
  <Override PartName="/ppt/slideLayouts/slideLayout10.xml" ContentType="application/vnd.openxmlformats-officedocument.presentationml.slideLayout+xml"/>
  <Override PartName="/ppt/slideLayouts/slideLayout11.xml" ContentType="application/vnd.openxmlformats-officedocument.presentationml.slideLayout+xml"/>
  <Override PartName="/ppt/slideLayouts/slideLayout12.xml" ContentType="application/vnd.openxmlformats-officedocument.presentationml.slideLayout+xml"/>
  <Override PartName="/ppt/slideLayouts/slideLayout2.xml" ContentType="application/vnd.openxmlformats-officedocument.presentationml.slideLayout+xml"/>
  <Override PartName="/ppt/slideLayouts/slideLayout3.xml" ContentType="application/vnd.openxmlformats-officedocument.presentationml.slideLayout+xml"/>
  <Override PartName="/ppt/slideLayouts/slideLayout4.xml" ContentType="application/vnd.openxmlformats-officedocument.presentationml.slideLayout+xml"/>
  <Override PartName="/ppt/slideLayouts/slideLayout5.xml" ContentType="application/vnd.openxmlformats-officedocument.presentationml.slideLayout+xml"/>
  <Override PartName="/ppt/slideLayouts/slideLayout6.xml" ContentType="application/vnd.openxmlformats-officedocument.presentationml.slideLayout+xml"/>
  <Override PartName="/ppt/slideLayouts/slideLayout7.xml" ContentType="application/vnd.openxmlformats-officedocument.presentationml.slideLayout+xml"/>
  <Override PartName="/ppt/slideLayouts/slideLayout8.xml" ContentType="application/vnd.openxmlformats-officedocument.presentationml.slideLayout+xml"/>
  <Override PartName="/ppt/slideLayouts/slideLayout9.xml" ContentType="application/vnd.openxmlformats-officedocument.presentationml.slideLayout+xml"/>
  <Override PartName="/ppt/slideMasters/slideMaster1.xml" ContentType="application/vnd.openxmlformats-officedocument.presentationml.slideMaster+xml"/>
  <Override PartName="/ppt/slides/slide1.xml" ContentType="application/vnd.openxmlformats-officedocument.presentationml.slide+xml"/>
  <Override PartName="/ppt/slides/slide10.xml" ContentType="application/vnd.openxmlformats-officedocument.presentationml.slide+xml"/>
  <Override PartName="/ppt/slides/slide11.xml" ContentType="application/vnd.openxmlformats-officedocument.presentationml.slide+xml"/>
  <Override PartName="/ppt/slides/slide12.xml" ContentType="application/vnd.openxmlformats-officedocument.presentationml.slide+xml"/>
  <Override PartName="/ppt/slides/slide13.xml" ContentType="application/vnd.openxmlformats-officedocument.presentationml.slide+xml"/>
  <Override PartName="/ppt/slides/slide14.xml" ContentType="application/vnd.openxmlformats-officedocument.presentationml.slide+xml"/>
  <Override PartName="/ppt/slides/slide15.xml" ContentType="application/vnd.openxmlformats-officedocument.presentationml.slide+xml"/>
  <Override PartName="/ppt/slides/slide2.xml" ContentType="application/vnd.openxmlformats-officedocument.presentationml.slide+xml"/>
  <Override PartName="/ppt/slides/slide3.xml" ContentType="application/vnd.openxmlformats-officedocument.presentationml.slide+xml"/>
  <Override PartName="/ppt/slides/slide4.xml" ContentType="application/vnd.openxmlformats-officedocument.presentationml.slide+xml"/>
  <Override PartName="/ppt/slides/slide5.xml" ContentType="application/vnd.openxmlformats-officedocument.presentationml.slide+xml"/>
  <Override PartName="/ppt/slides/slide6.xml" ContentType="application/vnd.openxmlformats-officedocument.presentationml.slide+xml"/>
  <Override PartName="/ppt/slides/slide7.xml" ContentType="application/vnd.openxmlformats-officedocument.presentationml.slide+xml"/>
  <Override PartName="/ppt/slides/slide8.xml" ContentType="application/vnd.openxmlformats-officedocument.presentationml.slide+xml"/>
  <Override PartName="/ppt/slides/slide9.xml" ContentType="application/vnd.openxmlformats-officedocument.presentationml.slide+xml"/>
  <Override PartName="/ppt/tableStyles.xml" ContentType="application/vnd.openxmlformats-officedocument.presentationml.tableStyles+xml"/>
  <Override PartName="/ppt/theme/theme1.xml" ContentType="application/vnd.openxmlformats-officedocument.theme+xml"/>
  <Override PartName="/ppt/theme/theme2.xml" ContentType="application/vnd.openxmlformats-officedocument.theme+xml"/>
  <Override PartName="/ppt/theme/theme3.xml" ContentType="application/vnd.openxmlformats-officedocument.theme+xml"/>
  <Override PartName="/ppt/viewProps.xml" ContentType="application/vnd.openxmlformats-officedocument.presentationml.viewProps+xml"/>
</Types>
</file>

<file path=_rels/.rels><?xml version='1.0' encoding='UTF-8' standalone='yes'?>
<Relationships xmlns="http://schemas.openxmlformats.org/package/2006/relationships"><Relationship Id="rId1" Type="http://schemas.openxmlformats.org/officeDocument/2006/relationships/officeDocument" Target="ppt/presentation.xml"/><Relationship Id="rId2" Type="http://schemas.openxmlformats.org/package/2006/relationships/metadata/thumbnail" Target="docProps/thumbnail.jpeg"/><Relationship Id="rId3" Type="http://schemas.openxmlformats.org/package/2006/relationships/metadata/core-properties" Target="docProps/core.xml"/><Relationship Id="rId4" Type="http://schemas.openxmlformats.org/officeDocument/2006/relationships/extended-properties" Target="docProps/app.xml"/><Relationship Id="rId5" Type="http://schemas.openxmlformats.org/officeDocument/2006/relationships/custom-properties" Target="docProps/custom.xml"/><Relationship Id="rId6" Type="http://schemas.microsoft.com/office/2020/02/relationships/classificationlabels" Target="docMetadata/LabelInfo.xml"/></Relationships>
</file>

<file path=ppt/presentation.xml><?xml version="1.0" encoding="utf-8"?>
<p:presentation xmlns:a="http://schemas.openxmlformats.org/drawingml/2006/main" xmlns:r="http://schemas.openxmlformats.org/officeDocument/2006/relationships" xmlns:p="http://schemas.openxmlformats.org/presentationml/2006/main" saveSubsetFonts="1">
  <p:sldMasterIdLst>
    <p:sldMasterId id="2147483662" r:id="rId4"/>
  </p:sldMasterIdLst>
  <p:notesMasterIdLst>
    <p:notesMasterId r:id="rId11"/>
  </p:notesMasterIdLst>
  <p:handoutMasterIdLst>
    <p:handoutMasterId r:id="rId12"/>
  </p:handoutMasterIdLst>
  <p:sldIdLst>
    <p:sldId id="256" r:id="rId10"/>
    <p:sldId id="257" r:id="rId9"/>
    <p:sldId id="258" r:id="rId8"/>
    <p:sldId id="259" r:id="rId7"/>
    <p:sldId id="260" r:id="rId6"/>
    <p:sldId id="261" r:id="rId5"/>
    <p:sldId id="262" r:id="rId18"/>
    <p:sldId id="263" r:id="rId19"/>
    <p:sldId id="264" r:id="rId20"/>
    <p:sldId id="265" r:id="rId21"/>
    <p:sldId id="266" r:id="rId22"/>
    <p:sldId id="267" r:id="rId23"/>
    <p:sldId id="268" r:id="rId24"/>
    <p:sldId id="269" r:id="rId25"/>
    <p:sldId id="270" r:id="rId26"/>
  </p:sldIdLst>
  <p:sldSz cx="12188825" cy="6858000"/>
  <p:notesSz cx="7010400" cy="9296400"/>
  <p:defaultTextStyle>
    <a:defPPr>
      <a:defRPr lang="en-US"/>
    </a:defPPr>
    <a:lvl1pPr algn="l" rtl="0" fontAlgn="base">
      <a:spcBef>
        <a:spcPct val="20000"/>
      </a:spcBef>
      <a:spcAft>
        <a:spcPct val="0"/>
      </a:spcAft>
      <a:buClr>
        <a:schemeClr val="accent2"/>
      </a:buClr>
      <a:buSzPct val="65000"/>
      <a:buFont typeface="Wingdings" pitchFamily="2" charset="2"/>
      <a:defRPr sz="4000" kern="1200">
        <a:solidFill>
          <a:schemeClr val="tx1"/>
        </a:solidFill>
        <a:latin typeface="Helvetica" pitchFamily="34" charset="0"/>
        <a:ea typeface="+mn-ea"/>
        <a:cs typeface="+mn-cs"/>
      </a:defRPr>
    </a:lvl1pPr>
    <a:lvl2pPr marL="609493" algn="l" rtl="0" fontAlgn="base">
      <a:spcBef>
        <a:spcPct val="20000"/>
      </a:spcBef>
      <a:spcAft>
        <a:spcPct val="0"/>
      </a:spcAft>
      <a:buClr>
        <a:schemeClr val="accent2"/>
      </a:buClr>
      <a:buSzPct val="65000"/>
      <a:buFont typeface="Wingdings" pitchFamily="2" charset="2"/>
      <a:defRPr sz="4000" kern="1200">
        <a:solidFill>
          <a:schemeClr val="tx1"/>
        </a:solidFill>
        <a:latin typeface="Helvetica" pitchFamily="34" charset="0"/>
        <a:ea typeface="+mn-ea"/>
        <a:cs typeface="+mn-cs"/>
      </a:defRPr>
    </a:lvl2pPr>
    <a:lvl3pPr marL="1218987" algn="l" rtl="0" fontAlgn="base">
      <a:spcBef>
        <a:spcPct val="20000"/>
      </a:spcBef>
      <a:spcAft>
        <a:spcPct val="0"/>
      </a:spcAft>
      <a:buClr>
        <a:schemeClr val="accent2"/>
      </a:buClr>
      <a:buSzPct val="65000"/>
      <a:buFont typeface="Wingdings" pitchFamily="2" charset="2"/>
      <a:defRPr sz="4000" kern="1200">
        <a:solidFill>
          <a:schemeClr val="tx1"/>
        </a:solidFill>
        <a:latin typeface="Helvetica" pitchFamily="34" charset="0"/>
        <a:ea typeface="+mn-ea"/>
        <a:cs typeface="+mn-cs"/>
      </a:defRPr>
    </a:lvl3pPr>
    <a:lvl4pPr marL="1828480" algn="l" rtl="0" fontAlgn="base">
      <a:spcBef>
        <a:spcPct val="20000"/>
      </a:spcBef>
      <a:spcAft>
        <a:spcPct val="0"/>
      </a:spcAft>
      <a:buClr>
        <a:schemeClr val="accent2"/>
      </a:buClr>
      <a:buSzPct val="65000"/>
      <a:buFont typeface="Wingdings" pitchFamily="2" charset="2"/>
      <a:defRPr sz="4000" kern="1200">
        <a:solidFill>
          <a:schemeClr val="tx1"/>
        </a:solidFill>
        <a:latin typeface="Helvetica" pitchFamily="34" charset="0"/>
        <a:ea typeface="+mn-ea"/>
        <a:cs typeface="+mn-cs"/>
      </a:defRPr>
    </a:lvl4pPr>
    <a:lvl5pPr marL="2437973" algn="l" rtl="0" fontAlgn="base">
      <a:spcBef>
        <a:spcPct val="20000"/>
      </a:spcBef>
      <a:spcAft>
        <a:spcPct val="0"/>
      </a:spcAft>
      <a:buClr>
        <a:schemeClr val="accent2"/>
      </a:buClr>
      <a:buSzPct val="65000"/>
      <a:buFont typeface="Wingdings" pitchFamily="2" charset="2"/>
      <a:defRPr sz="4000" kern="1200">
        <a:solidFill>
          <a:schemeClr val="tx1"/>
        </a:solidFill>
        <a:latin typeface="Helvetica" pitchFamily="34" charset="0"/>
        <a:ea typeface="+mn-ea"/>
        <a:cs typeface="+mn-cs"/>
      </a:defRPr>
    </a:lvl5pPr>
    <a:lvl6pPr marL="3047467" algn="l" defTabSz="1218987" rtl="0" eaLnBrk="1" latinLnBrk="0" hangingPunct="1">
      <a:defRPr sz="4000" kern="1200">
        <a:solidFill>
          <a:schemeClr val="tx1"/>
        </a:solidFill>
        <a:latin typeface="Helvetica" pitchFamily="34" charset="0"/>
        <a:ea typeface="+mn-ea"/>
        <a:cs typeface="+mn-cs"/>
      </a:defRPr>
    </a:lvl6pPr>
    <a:lvl7pPr marL="3656960" algn="l" defTabSz="1218987" rtl="0" eaLnBrk="1" latinLnBrk="0" hangingPunct="1">
      <a:defRPr sz="4000" kern="1200">
        <a:solidFill>
          <a:schemeClr val="tx1"/>
        </a:solidFill>
        <a:latin typeface="Helvetica" pitchFamily="34" charset="0"/>
        <a:ea typeface="+mn-ea"/>
        <a:cs typeface="+mn-cs"/>
      </a:defRPr>
    </a:lvl7pPr>
    <a:lvl8pPr marL="4266453" algn="l" defTabSz="1218987" rtl="0" eaLnBrk="1" latinLnBrk="0" hangingPunct="1">
      <a:defRPr sz="4000" kern="1200">
        <a:solidFill>
          <a:schemeClr val="tx1"/>
        </a:solidFill>
        <a:latin typeface="Helvetica" pitchFamily="34" charset="0"/>
        <a:ea typeface="+mn-ea"/>
        <a:cs typeface="+mn-cs"/>
      </a:defRPr>
    </a:lvl8pPr>
    <a:lvl9pPr marL="4875947" algn="l" defTabSz="1218987" rtl="0" eaLnBrk="1" latinLnBrk="0" hangingPunct="1">
      <a:defRPr sz="4000" kern="1200">
        <a:solidFill>
          <a:schemeClr val="tx1"/>
        </a:solidFill>
        <a:latin typeface="Helvetica" pitchFamily="34" charset="0"/>
        <a:ea typeface="+mn-ea"/>
        <a:cs typeface="+mn-cs"/>
      </a:defRPr>
    </a:lvl9pPr>
  </p:defaultTextStyle>
  <p:extLst>
    <p:ext uri="{EFAFB233-063F-42B5-8137-9DF3F51BA10A}">
      <p15:sldGuideLst xmlns:p15="http://schemas.microsoft.com/office/powerpoint/2012/main"/>
    </p:ext>
    <p:ext uri="{2D200454-40CA-4A62-9FC3-DE9A4176ACB9}">
      <p15:notesGuideLst xmlns:p15="http://schemas.microsoft.com/office/powerpoint/2012/main">
        <p15:guide id="1" orient="horz" pos="2928">
          <p15:clr>
            <a:srgbClr val="A4A3A4"/>
          </p15:clr>
        </p15:guide>
        <p15:guide id="2" pos="2208">
          <p15:clr>
            <a:srgbClr val="A4A3A4"/>
          </p15:clr>
        </p15:guide>
      </p15:notesGuideLst>
    </p:ext>
  </p:extLst>
</p:presentation>
</file>

<file path=ppt/commentAuthors.xml><?xml version="1.0" encoding="utf-8"?>
<p:cmAuthorLst xmlns:a="http://schemas.openxmlformats.org/drawingml/2006/main" xmlns:r="http://schemas.openxmlformats.org/officeDocument/2006/relationships" xmlns:p="http://schemas.openxmlformats.org/presentationml/2006/main">
  <p:cmAuthor id="0" name="Rachel Peak" initials="" lastIdx="8" clrIdx="0"/>
  <p:cmAuthor id="1" name="Shay Barak" initials="SB" lastIdx="17" clrIdx="1"/>
</p:cmAuthorLst>
</file>

<file path=ppt/presProps.xml><?xml version="1.0" encoding="utf-8"?>
<p:presentationPr xmlns:a="http://schemas.openxmlformats.org/drawingml/2006/main" xmlns:r="http://schemas.openxmlformats.org/officeDocument/2006/relationships" xmlns:p="http://schemas.openxmlformats.org/presentationml/2006/main">
  <p:showPr showNarration="1">
    <p:present/>
    <p:sldAll/>
    <p:penClr>
      <a:prstClr val="red"/>
    </p:penClr>
    <p:extLst>
      <p:ext uri="{EC167BDD-8182-4AB7-AECC-EB403E3ABB37}">
        <p14:laserClr xmlns:p14="http://schemas.microsoft.com/office/powerpoint/2010/main">
          <a:srgbClr val="FF0000"/>
        </p14:laserClr>
      </p:ext>
      <p:ext uri="{2FDB2607-1784-4EEB-B798-7EB5836EED8A}">
        <p14:showMediaCtrls xmlns:p14="http://schemas.microsoft.com/office/powerpoint/2010/main" val="1"/>
      </p:ext>
    </p:extLst>
  </p:showPr>
  <p:clrMru>
    <a:srgbClr val="8A8A8A"/>
    <a:srgbClr val="9F03AD"/>
    <a:srgbClr val="373144"/>
    <a:srgbClr val="8D1557"/>
    <a:srgbClr val="000000"/>
    <a:srgbClr val="F2F2F2"/>
    <a:srgbClr val="F9F9F9"/>
    <a:srgbClr val="E6E7E8"/>
    <a:srgbClr val="270E03"/>
    <a:srgbClr val="F06B30"/>
  </p:clrMru>
  <p:extLst>
    <p:ext uri="{E76CE94A-603C-4142-B9EB-6D1370010A27}">
      <p14:discardImageEditData xmlns:p14="http://schemas.microsoft.com/office/powerpoint/2010/main" val="0"/>
    </p:ext>
    <p:ext uri="{D31A062A-798A-4329-ABDD-BBA856620510}">
      <p14:defaultImageDpi xmlns:p14="http://schemas.microsoft.com/office/powerpoint/2010/main" val="220"/>
    </p:ext>
    <p:ext uri="{FD5EFAAD-0ECE-453E-9831-46B23BE46B34}">
      <p15:chartTrackingRefBased xmlns:p15="http://schemas.microsoft.com/office/powerpoint/2012/main" val="0"/>
    </p:ext>
  </p:extLst>
</p:presentationPr>
</file>

<file path=ppt/tableStyles.xml><?xml version="1.0" encoding="utf-8"?>
<a:tblStyleLst xmlns:a="http://schemas.openxmlformats.org/drawingml/2006/main" def="{5C22544A-7EE6-4342-B048-85BDC9FD1C3A}">
  <a:tblStyle styleId="{5C22544A-7EE6-4342-B048-85BDC9FD1C3A}" styleName="Medium Style 2 - Accent 1">
    <a:wholeTbl>
      <a:tcTxStyle>
        <a:fontRef idx="minor">
          <a:prstClr val="black"/>
        </a:fontRef>
        <a:schemeClr val="dk1"/>
      </a:tcTxStyle>
      <a:tcStyle>
        <a:tcBdr>
          <a:left>
            <a:ln w="12700" cmpd="sng">
              <a:solidFill>
                <a:schemeClr val="lt1"/>
              </a:solidFill>
            </a:ln>
          </a:left>
          <a:right>
            <a:ln w="12700" cmpd="sng">
              <a:solidFill>
                <a:schemeClr val="lt1"/>
              </a:solidFill>
            </a:ln>
          </a:right>
          <a:top>
            <a:ln w="12700" cmpd="sng">
              <a:solidFill>
                <a:schemeClr val="lt1"/>
              </a:solidFill>
            </a:ln>
          </a:top>
          <a:bottom>
            <a:ln w="12700" cmpd="sng">
              <a:solidFill>
                <a:schemeClr val="lt1"/>
              </a:solidFill>
            </a:ln>
          </a:bottom>
          <a:insideH>
            <a:ln w="12700" cmpd="sng">
              <a:solidFill>
                <a:schemeClr val="lt1"/>
              </a:solidFill>
            </a:ln>
          </a:insideH>
          <a:insideV>
            <a:ln w="12700" cmpd="sng">
              <a:solidFill>
                <a:schemeClr val="lt1"/>
              </a:solidFill>
            </a:ln>
          </a:insideV>
        </a:tcBdr>
        <a:fill>
          <a:solidFill>
            <a:schemeClr val="accent1">
              <a:tint val="20000"/>
            </a:schemeClr>
          </a:solidFill>
        </a:fill>
      </a:tcStyle>
    </a:wholeTbl>
    <a:band1H>
      <a:tcStyle>
        <a:tcBdr/>
        <a:fill>
          <a:solidFill>
            <a:schemeClr val="accent1">
              <a:tint val="40000"/>
            </a:schemeClr>
          </a:solidFill>
        </a:fill>
      </a:tcStyle>
    </a:band1H>
    <a:band2H>
      <a:tcStyle>
        <a:tcBdr/>
      </a:tcStyle>
    </a:band2H>
    <a:band1V>
      <a:tcStyle>
        <a:tcBdr/>
        <a:fill>
          <a:solidFill>
            <a:schemeClr val="accent1">
              <a:tint val="40000"/>
            </a:schemeClr>
          </a:solidFill>
        </a:fill>
      </a:tcStyle>
    </a:band1V>
    <a:band2V>
      <a:tcStyle>
        <a:tcBdr/>
      </a:tcStyle>
    </a:band2V>
    <a:lastCol>
      <a:tcTxStyle b="on">
        <a:fontRef idx="minor">
          <a:prstClr val="black"/>
        </a:fontRef>
        <a:schemeClr val="lt1"/>
      </a:tcTxStyle>
      <a:tcStyle>
        <a:tcBdr/>
        <a:fill>
          <a:solidFill>
            <a:schemeClr val="accent1"/>
          </a:solidFill>
        </a:fill>
      </a:tcStyle>
    </a:lastCol>
    <a:firstCol>
      <a:tcTxStyle b="on">
        <a:fontRef idx="minor">
          <a:prstClr val="black"/>
        </a:fontRef>
        <a:schemeClr val="lt1"/>
      </a:tcTxStyle>
      <a:tcStyle>
        <a:tcBdr/>
        <a:fill>
          <a:solidFill>
            <a:schemeClr val="accent1"/>
          </a:solidFill>
        </a:fill>
      </a:tcStyle>
    </a:firstCol>
    <a:lastRow>
      <a:tcTxStyle b="on">
        <a:fontRef idx="minor">
          <a:prstClr val="black"/>
        </a:fontRef>
        <a:schemeClr val="lt1"/>
      </a:tcTxStyle>
      <a:tcStyle>
        <a:tcBdr>
          <a:top>
            <a:ln w="38100" cmpd="sng">
              <a:solidFill>
                <a:schemeClr val="lt1"/>
              </a:solidFill>
            </a:ln>
          </a:top>
        </a:tcBdr>
        <a:fill>
          <a:solidFill>
            <a:schemeClr val="accent1"/>
          </a:solidFill>
        </a:fill>
      </a:tcStyle>
    </a:lastRow>
    <a:firstRow>
      <a:tcTxStyle b="on">
        <a:fontRef idx="minor">
          <a:prstClr val="black"/>
        </a:fontRef>
        <a:schemeClr val="lt1"/>
      </a:tcTxStyle>
      <a:tcStyle>
        <a:tcBdr>
          <a:bottom>
            <a:ln w="38100" cmpd="sng">
              <a:solidFill>
                <a:schemeClr val="lt1"/>
              </a:solidFill>
            </a:ln>
          </a:bottom>
        </a:tcBdr>
        <a:fill>
          <a:solidFill>
            <a:schemeClr val="accent1"/>
          </a:solidFill>
        </a:fill>
      </a:tcStyle>
    </a:firstRow>
  </a:tblStyle>
  <a:tblStyle styleId="{073A0DAA-6AF3-43AB-8588-CEC1D06C72B9}" styleName="Medium Style 2">
    <a:wholeTbl>
      <a:tcTxStyle>
        <a:fontRef idx="minor">
          <a:prstClr val="black"/>
        </a:fontRef>
        <a:schemeClr val="dk1"/>
      </a:tcTxStyle>
      <a:tcStyle>
        <a:tcBdr>
          <a:left>
            <a:ln w="12700" cmpd="sng">
              <a:solidFill>
                <a:schemeClr val="lt1"/>
              </a:solidFill>
            </a:ln>
          </a:left>
          <a:right>
            <a:ln w="12700" cmpd="sng">
              <a:solidFill>
                <a:schemeClr val="lt1"/>
              </a:solidFill>
            </a:ln>
          </a:right>
          <a:top>
            <a:ln w="12700" cmpd="sng">
              <a:solidFill>
                <a:schemeClr val="lt1"/>
              </a:solidFill>
            </a:ln>
          </a:top>
          <a:bottom>
            <a:ln w="12700" cmpd="sng">
              <a:solidFill>
                <a:schemeClr val="lt1"/>
              </a:solidFill>
            </a:ln>
          </a:bottom>
          <a:insideH>
            <a:ln w="12700" cmpd="sng">
              <a:solidFill>
                <a:schemeClr val="lt1"/>
              </a:solidFill>
            </a:ln>
          </a:insideH>
          <a:insideV>
            <a:ln w="12700" cmpd="sng">
              <a:solidFill>
                <a:schemeClr val="lt1"/>
              </a:solidFill>
            </a:ln>
          </a:insideV>
        </a:tcBdr>
        <a:fill>
          <a:solidFill>
            <a:schemeClr val="dk1">
              <a:tint val="20000"/>
            </a:schemeClr>
          </a:solidFill>
        </a:fill>
      </a:tcStyle>
    </a:wholeTbl>
    <a:band1H>
      <a:tcStyle>
        <a:tcBdr/>
        <a:fill>
          <a:solidFill>
            <a:schemeClr val="dk1">
              <a:tint val="40000"/>
            </a:schemeClr>
          </a:solidFill>
        </a:fill>
      </a:tcStyle>
    </a:band1H>
    <a:band2H>
      <a:tcStyle>
        <a:tcBdr/>
      </a:tcStyle>
    </a:band2H>
    <a:band1V>
      <a:tcStyle>
        <a:tcBdr/>
        <a:fill>
          <a:solidFill>
            <a:schemeClr val="dk1">
              <a:tint val="40000"/>
            </a:schemeClr>
          </a:solidFill>
        </a:fill>
      </a:tcStyle>
    </a:band1V>
    <a:band2V>
      <a:tcStyle>
        <a:tcBdr/>
      </a:tcStyle>
    </a:band2V>
    <a:lastCol>
      <a:tcTxStyle b="on">
        <a:fontRef idx="minor">
          <a:prstClr val="black"/>
        </a:fontRef>
        <a:schemeClr val="lt1"/>
      </a:tcTxStyle>
      <a:tcStyle>
        <a:tcBdr/>
        <a:fill>
          <a:solidFill>
            <a:schemeClr val="dk1"/>
          </a:solidFill>
        </a:fill>
      </a:tcStyle>
    </a:lastCol>
    <a:firstCol>
      <a:tcTxStyle b="on">
        <a:fontRef idx="minor">
          <a:prstClr val="black"/>
        </a:fontRef>
        <a:schemeClr val="lt1"/>
      </a:tcTxStyle>
      <a:tcStyle>
        <a:tcBdr/>
        <a:fill>
          <a:solidFill>
            <a:schemeClr val="dk1"/>
          </a:solidFill>
        </a:fill>
      </a:tcStyle>
    </a:firstCol>
    <a:lastRow>
      <a:tcTxStyle b="on">
        <a:fontRef idx="minor">
          <a:prstClr val="black"/>
        </a:fontRef>
        <a:schemeClr val="lt1"/>
      </a:tcTxStyle>
      <a:tcStyle>
        <a:tcBdr>
          <a:top>
            <a:ln w="38100" cmpd="sng">
              <a:solidFill>
                <a:schemeClr val="lt1"/>
              </a:solidFill>
            </a:ln>
          </a:top>
        </a:tcBdr>
        <a:fill>
          <a:solidFill>
            <a:schemeClr val="dk1"/>
          </a:solidFill>
        </a:fill>
      </a:tcStyle>
    </a:lastRow>
    <a:firstRow>
      <a:tcTxStyle b="on">
        <a:fontRef idx="minor">
          <a:prstClr val="black"/>
        </a:fontRef>
        <a:schemeClr val="lt1"/>
      </a:tcTxStyle>
      <a:tcStyle>
        <a:tcBdr>
          <a:bottom>
            <a:ln w="38100" cmpd="sng">
              <a:solidFill>
                <a:schemeClr val="lt1"/>
              </a:solidFill>
            </a:ln>
          </a:bottom>
        </a:tcBdr>
        <a:fill>
          <a:solidFill>
            <a:schemeClr val="dk1"/>
          </a:solidFill>
        </a:fill>
      </a:tcStyle>
    </a:firstRow>
  </a:tblStyle>
  <a:tblStyle styleId="{21E4AEA4-8DFA-4A89-87EB-49C32662AFE0}" styleName="Medium Style 2 - Accent 2">
    <a:wholeTbl>
      <a:tcTxStyle>
        <a:fontRef idx="minor">
          <a:prstClr val="black"/>
        </a:fontRef>
        <a:schemeClr val="dk1"/>
      </a:tcTxStyle>
      <a:tcStyle>
        <a:tcBdr>
          <a:left>
            <a:ln w="12700" cmpd="sng">
              <a:solidFill>
                <a:schemeClr val="lt1"/>
              </a:solidFill>
            </a:ln>
          </a:left>
          <a:right>
            <a:ln w="12700" cmpd="sng">
              <a:solidFill>
                <a:schemeClr val="lt1"/>
              </a:solidFill>
            </a:ln>
          </a:right>
          <a:top>
            <a:ln w="12700" cmpd="sng">
              <a:solidFill>
                <a:schemeClr val="lt1"/>
              </a:solidFill>
            </a:ln>
          </a:top>
          <a:bottom>
            <a:ln w="12700" cmpd="sng">
              <a:solidFill>
                <a:schemeClr val="lt1"/>
              </a:solidFill>
            </a:ln>
          </a:bottom>
          <a:insideH>
            <a:ln w="12700" cmpd="sng">
              <a:solidFill>
                <a:schemeClr val="lt1"/>
              </a:solidFill>
            </a:ln>
          </a:insideH>
          <a:insideV>
            <a:ln w="12700" cmpd="sng">
              <a:solidFill>
                <a:schemeClr val="lt1"/>
              </a:solidFill>
            </a:ln>
          </a:insideV>
        </a:tcBdr>
        <a:fill>
          <a:solidFill>
            <a:schemeClr val="accent2">
              <a:tint val="20000"/>
            </a:schemeClr>
          </a:solidFill>
        </a:fill>
      </a:tcStyle>
    </a:wholeTbl>
    <a:band1H>
      <a:tcStyle>
        <a:tcBdr/>
        <a:fill>
          <a:solidFill>
            <a:schemeClr val="accent2">
              <a:tint val="40000"/>
            </a:schemeClr>
          </a:solidFill>
        </a:fill>
      </a:tcStyle>
    </a:band1H>
    <a:band2H>
      <a:tcStyle>
        <a:tcBdr/>
      </a:tcStyle>
    </a:band2H>
    <a:band1V>
      <a:tcStyle>
        <a:tcBdr/>
        <a:fill>
          <a:solidFill>
            <a:schemeClr val="accent2">
              <a:tint val="40000"/>
            </a:schemeClr>
          </a:solidFill>
        </a:fill>
      </a:tcStyle>
    </a:band1V>
    <a:band2V>
      <a:tcStyle>
        <a:tcBdr/>
      </a:tcStyle>
    </a:band2V>
    <a:lastCol>
      <a:tcTxStyle b="on">
        <a:fontRef idx="minor">
          <a:prstClr val="black"/>
        </a:fontRef>
        <a:schemeClr val="lt1"/>
      </a:tcTxStyle>
      <a:tcStyle>
        <a:tcBdr/>
        <a:fill>
          <a:solidFill>
            <a:schemeClr val="accent2"/>
          </a:solidFill>
        </a:fill>
      </a:tcStyle>
    </a:lastCol>
    <a:firstCol>
      <a:tcTxStyle b="on">
        <a:fontRef idx="minor">
          <a:prstClr val="black"/>
        </a:fontRef>
        <a:schemeClr val="lt1"/>
      </a:tcTxStyle>
      <a:tcStyle>
        <a:tcBdr/>
        <a:fill>
          <a:solidFill>
            <a:schemeClr val="accent2"/>
          </a:solidFill>
        </a:fill>
      </a:tcStyle>
    </a:firstCol>
    <a:lastRow>
      <a:tcTxStyle b="on">
        <a:fontRef idx="minor">
          <a:prstClr val="black"/>
        </a:fontRef>
        <a:schemeClr val="lt1"/>
      </a:tcTxStyle>
      <a:tcStyle>
        <a:tcBdr>
          <a:top>
            <a:ln w="38100" cmpd="sng">
              <a:solidFill>
                <a:schemeClr val="lt1"/>
              </a:solidFill>
            </a:ln>
          </a:top>
        </a:tcBdr>
        <a:fill>
          <a:solidFill>
            <a:schemeClr val="accent2"/>
          </a:solidFill>
        </a:fill>
      </a:tcStyle>
    </a:lastRow>
    <a:firstRow>
      <a:tcTxStyle b="on">
        <a:fontRef idx="minor">
          <a:prstClr val="black"/>
        </a:fontRef>
        <a:schemeClr val="lt1"/>
      </a:tcTxStyle>
      <a:tcStyle>
        <a:tcBdr>
          <a:bottom>
            <a:ln w="38100" cmpd="sng">
              <a:solidFill>
                <a:schemeClr val="lt1"/>
              </a:solidFill>
            </a:ln>
          </a:bottom>
        </a:tcBdr>
        <a:fill>
          <a:solidFill>
            <a:schemeClr val="accent2"/>
          </a:solidFill>
        </a:fill>
      </a:tcStyle>
    </a:firstRow>
  </a:tblStyle>
  <a:tblStyle styleId="{F5AB1C69-6EDB-4FF4-983F-18BD219EF322}" styleName="Medium Style 2 - Accent 3">
    <a:wholeTbl>
      <a:tcTxStyle>
        <a:fontRef idx="minor">
          <a:prstClr val="black"/>
        </a:fontRef>
        <a:schemeClr val="dk1"/>
      </a:tcTxStyle>
      <a:tcStyle>
        <a:tcBdr>
          <a:left>
            <a:ln w="12700" cmpd="sng">
              <a:solidFill>
                <a:schemeClr val="lt1"/>
              </a:solidFill>
            </a:ln>
          </a:left>
          <a:right>
            <a:ln w="12700" cmpd="sng">
              <a:solidFill>
                <a:schemeClr val="lt1"/>
              </a:solidFill>
            </a:ln>
          </a:right>
          <a:top>
            <a:ln w="12700" cmpd="sng">
              <a:solidFill>
                <a:schemeClr val="lt1"/>
              </a:solidFill>
            </a:ln>
          </a:top>
          <a:bottom>
            <a:ln w="12700" cmpd="sng">
              <a:solidFill>
                <a:schemeClr val="lt1"/>
              </a:solidFill>
            </a:ln>
          </a:bottom>
          <a:insideH>
            <a:ln w="12700" cmpd="sng">
              <a:solidFill>
                <a:schemeClr val="lt1"/>
              </a:solidFill>
            </a:ln>
          </a:insideH>
          <a:insideV>
            <a:ln w="12700" cmpd="sng">
              <a:solidFill>
                <a:schemeClr val="lt1"/>
              </a:solidFill>
            </a:ln>
          </a:insideV>
        </a:tcBdr>
        <a:fill>
          <a:solidFill>
            <a:schemeClr val="accent3">
              <a:tint val="20000"/>
            </a:schemeClr>
          </a:solidFill>
        </a:fill>
      </a:tcStyle>
    </a:wholeTbl>
    <a:band1H>
      <a:tcStyle>
        <a:tcBdr/>
        <a:fill>
          <a:solidFill>
            <a:schemeClr val="accent3">
              <a:tint val="40000"/>
            </a:schemeClr>
          </a:solidFill>
        </a:fill>
      </a:tcStyle>
    </a:band1H>
    <a:band2H>
      <a:tcStyle>
        <a:tcBdr/>
      </a:tcStyle>
    </a:band2H>
    <a:band1V>
      <a:tcStyle>
        <a:tcBdr/>
        <a:fill>
          <a:solidFill>
            <a:schemeClr val="accent3">
              <a:tint val="40000"/>
            </a:schemeClr>
          </a:solidFill>
        </a:fill>
      </a:tcStyle>
    </a:band1V>
    <a:band2V>
      <a:tcStyle>
        <a:tcBdr/>
      </a:tcStyle>
    </a:band2V>
    <a:lastCol>
      <a:tcTxStyle b="on">
        <a:fontRef idx="minor">
          <a:prstClr val="black"/>
        </a:fontRef>
        <a:schemeClr val="lt1"/>
      </a:tcTxStyle>
      <a:tcStyle>
        <a:tcBdr/>
        <a:fill>
          <a:solidFill>
            <a:schemeClr val="accent3"/>
          </a:solidFill>
        </a:fill>
      </a:tcStyle>
    </a:lastCol>
    <a:firstCol>
      <a:tcTxStyle b="on">
        <a:fontRef idx="minor">
          <a:prstClr val="black"/>
        </a:fontRef>
        <a:schemeClr val="lt1"/>
      </a:tcTxStyle>
      <a:tcStyle>
        <a:tcBdr/>
        <a:fill>
          <a:solidFill>
            <a:schemeClr val="accent3"/>
          </a:solidFill>
        </a:fill>
      </a:tcStyle>
    </a:firstCol>
    <a:lastRow>
      <a:tcTxStyle b="on">
        <a:fontRef idx="minor">
          <a:prstClr val="black"/>
        </a:fontRef>
        <a:schemeClr val="lt1"/>
      </a:tcTxStyle>
      <a:tcStyle>
        <a:tcBdr>
          <a:top>
            <a:ln w="38100" cmpd="sng">
              <a:solidFill>
                <a:schemeClr val="lt1"/>
              </a:solidFill>
            </a:ln>
          </a:top>
        </a:tcBdr>
        <a:fill>
          <a:solidFill>
            <a:schemeClr val="accent3"/>
          </a:solidFill>
        </a:fill>
      </a:tcStyle>
    </a:lastRow>
    <a:firstRow>
      <a:tcTxStyle b="on">
        <a:fontRef idx="minor">
          <a:prstClr val="black"/>
        </a:fontRef>
        <a:schemeClr val="lt1"/>
      </a:tcTxStyle>
      <a:tcStyle>
        <a:tcBdr>
          <a:bottom>
            <a:ln w="38100" cmpd="sng">
              <a:solidFill>
                <a:schemeClr val="lt1"/>
              </a:solidFill>
            </a:ln>
          </a:bottom>
        </a:tcBdr>
        <a:fill>
          <a:solidFill>
            <a:schemeClr val="accent3"/>
          </a:solidFill>
        </a:fill>
      </a:tcStyle>
    </a:firstRow>
  </a:tblStyle>
  <a:tblStyle styleId="{00A15C55-8517-42AA-B614-E9B94910E393}" styleName="Medium Style 2 - Accent 4">
    <a:wholeTbl>
      <a:tcTxStyle>
        <a:fontRef idx="minor">
          <a:prstClr val="black"/>
        </a:fontRef>
        <a:schemeClr val="dk1"/>
      </a:tcTxStyle>
      <a:tcStyle>
        <a:tcBdr>
          <a:left>
            <a:ln w="12700" cmpd="sng">
              <a:solidFill>
                <a:schemeClr val="lt1"/>
              </a:solidFill>
            </a:ln>
          </a:left>
          <a:right>
            <a:ln w="12700" cmpd="sng">
              <a:solidFill>
                <a:schemeClr val="lt1"/>
              </a:solidFill>
            </a:ln>
          </a:right>
          <a:top>
            <a:ln w="12700" cmpd="sng">
              <a:solidFill>
                <a:schemeClr val="lt1"/>
              </a:solidFill>
            </a:ln>
          </a:top>
          <a:bottom>
            <a:ln w="12700" cmpd="sng">
              <a:solidFill>
                <a:schemeClr val="lt1"/>
              </a:solidFill>
            </a:ln>
          </a:bottom>
          <a:insideH>
            <a:ln w="12700" cmpd="sng">
              <a:solidFill>
                <a:schemeClr val="lt1"/>
              </a:solidFill>
            </a:ln>
          </a:insideH>
          <a:insideV>
            <a:ln w="12700" cmpd="sng">
              <a:solidFill>
                <a:schemeClr val="lt1"/>
              </a:solidFill>
            </a:ln>
          </a:insideV>
        </a:tcBdr>
        <a:fill>
          <a:solidFill>
            <a:schemeClr val="accent4">
              <a:tint val="20000"/>
            </a:schemeClr>
          </a:solidFill>
        </a:fill>
      </a:tcStyle>
    </a:wholeTbl>
    <a:band1H>
      <a:tcStyle>
        <a:tcBdr/>
        <a:fill>
          <a:solidFill>
            <a:schemeClr val="accent4">
              <a:tint val="40000"/>
            </a:schemeClr>
          </a:solidFill>
        </a:fill>
      </a:tcStyle>
    </a:band1H>
    <a:band2H>
      <a:tcStyle>
        <a:tcBdr/>
      </a:tcStyle>
    </a:band2H>
    <a:band1V>
      <a:tcStyle>
        <a:tcBdr/>
        <a:fill>
          <a:solidFill>
            <a:schemeClr val="accent4">
              <a:tint val="40000"/>
            </a:schemeClr>
          </a:solidFill>
        </a:fill>
      </a:tcStyle>
    </a:band1V>
    <a:band2V>
      <a:tcStyle>
        <a:tcBdr/>
      </a:tcStyle>
    </a:band2V>
    <a:lastCol>
      <a:tcTxStyle b="on">
        <a:fontRef idx="minor">
          <a:prstClr val="black"/>
        </a:fontRef>
        <a:schemeClr val="lt1"/>
      </a:tcTxStyle>
      <a:tcStyle>
        <a:tcBdr/>
        <a:fill>
          <a:solidFill>
            <a:schemeClr val="accent4"/>
          </a:solidFill>
        </a:fill>
      </a:tcStyle>
    </a:lastCol>
    <a:firstCol>
      <a:tcTxStyle b="on">
        <a:fontRef idx="minor">
          <a:prstClr val="black"/>
        </a:fontRef>
        <a:schemeClr val="lt1"/>
      </a:tcTxStyle>
      <a:tcStyle>
        <a:tcBdr/>
        <a:fill>
          <a:solidFill>
            <a:schemeClr val="accent4"/>
          </a:solidFill>
        </a:fill>
      </a:tcStyle>
    </a:firstCol>
    <a:lastRow>
      <a:tcTxStyle b="on">
        <a:fontRef idx="minor">
          <a:prstClr val="black"/>
        </a:fontRef>
        <a:schemeClr val="lt1"/>
      </a:tcTxStyle>
      <a:tcStyle>
        <a:tcBdr>
          <a:top>
            <a:ln w="38100" cmpd="sng">
              <a:solidFill>
                <a:schemeClr val="lt1"/>
              </a:solidFill>
            </a:ln>
          </a:top>
        </a:tcBdr>
        <a:fill>
          <a:solidFill>
            <a:schemeClr val="accent4"/>
          </a:solidFill>
        </a:fill>
      </a:tcStyle>
    </a:lastRow>
    <a:firstRow>
      <a:tcTxStyle b="on">
        <a:fontRef idx="minor">
          <a:prstClr val="black"/>
        </a:fontRef>
        <a:schemeClr val="lt1"/>
      </a:tcTxStyle>
      <a:tcStyle>
        <a:tcBdr>
          <a:bottom>
            <a:ln w="38100" cmpd="sng">
              <a:solidFill>
                <a:schemeClr val="lt1"/>
              </a:solidFill>
            </a:ln>
          </a:bottom>
        </a:tcBdr>
        <a:fill>
          <a:solidFill>
            <a:schemeClr val="accent4"/>
          </a:solidFill>
        </a:fill>
      </a:tcStyle>
    </a:firstRow>
  </a:tblStyle>
  <a:tblStyle styleId="{7DF18680-E054-41AD-8BC1-D1AEF772440D}" styleName="Medium Style 2 - Accent 5">
    <a:wholeTbl>
      <a:tcTxStyle>
        <a:fontRef idx="minor">
          <a:prstClr val="black"/>
        </a:fontRef>
        <a:schemeClr val="dk1"/>
      </a:tcTxStyle>
      <a:tcStyle>
        <a:tcBdr>
          <a:left>
            <a:ln w="12700" cmpd="sng">
              <a:solidFill>
                <a:schemeClr val="lt1"/>
              </a:solidFill>
            </a:ln>
          </a:left>
          <a:right>
            <a:ln w="12700" cmpd="sng">
              <a:solidFill>
                <a:schemeClr val="lt1"/>
              </a:solidFill>
            </a:ln>
          </a:right>
          <a:top>
            <a:ln w="12700" cmpd="sng">
              <a:solidFill>
                <a:schemeClr val="lt1"/>
              </a:solidFill>
            </a:ln>
          </a:top>
          <a:bottom>
            <a:ln w="12700" cmpd="sng">
              <a:solidFill>
                <a:schemeClr val="lt1"/>
              </a:solidFill>
            </a:ln>
          </a:bottom>
          <a:insideH>
            <a:ln w="12700" cmpd="sng">
              <a:solidFill>
                <a:schemeClr val="lt1"/>
              </a:solidFill>
            </a:ln>
          </a:insideH>
          <a:insideV>
            <a:ln w="12700" cmpd="sng">
              <a:solidFill>
                <a:schemeClr val="lt1"/>
              </a:solidFill>
            </a:ln>
          </a:insideV>
        </a:tcBdr>
        <a:fill>
          <a:solidFill>
            <a:schemeClr val="accent5">
              <a:tint val="20000"/>
            </a:schemeClr>
          </a:solidFill>
        </a:fill>
      </a:tcStyle>
    </a:wholeTbl>
    <a:band1H>
      <a:tcStyle>
        <a:tcBdr/>
        <a:fill>
          <a:solidFill>
            <a:schemeClr val="accent5">
              <a:tint val="40000"/>
            </a:schemeClr>
          </a:solidFill>
        </a:fill>
      </a:tcStyle>
    </a:band1H>
    <a:band2H>
      <a:tcStyle>
        <a:tcBdr/>
      </a:tcStyle>
    </a:band2H>
    <a:band1V>
      <a:tcStyle>
        <a:tcBdr/>
        <a:fill>
          <a:solidFill>
            <a:schemeClr val="accent5">
              <a:tint val="40000"/>
            </a:schemeClr>
          </a:solidFill>
        </a:fill>
      </a:tcStyle>
    </a:band1V>
    <a:band2V>
      <a:tcStyle>
        <a:tcBdr/>
      </a:tcStyle>
    </a:band2V>
    <a:lastCol>
      <a:tcTxStyle b="on">
        <a:fontRef idx="minor">
          <a:prstClr val="black"/>
        </a:fontRef>
        <a:schemeClr val="lt1"/>
      </a:tcTxStyle>
      <a:tcStyle>
        <a:tcBdr/>
        <a:fill>
          <a:solidFill>
            <a:schemeClr val="accent5"/>
          </a:solidFill>
        </a:fill>
      </a:tcStyle>
    </a:lastCol>
    <a:firstCol>
      <a:tcTxStyle b="on">
        <a:fontRef idx="minor">
          <a:prstClr val="black"/>
        </a:fontRef>
        <a:schemeClr val="lt1"/>
      </a:tcTxStyle>
      <a:tcStyle>
        <a:tcBdr/>
        <a:fill>
          <a:solidFill>
            <a:schemeClr val="accent5"/>
          </a:solidFill>
        </a:fill>
      </a:tcStyle>
    </a:firstCol>
    <a:lastRow>
      <a:tcTxStyle b="on">
        <a:fontRef idx="minor">
          <a:prstClr val="black"/>
        </a:fontRef>
        <a:schemeClr val="lt1"/>
      </a:tcTxStyle>
      <a:tcStyle>
        <a:tcBdr>
          <a:top>
            <a:ln w="38100" cmpd="sng">
              <a:solidFill>
                <a:schemeClr val="lt1"/>
              </a:solidFill>
            </a:ln>
          </a:top>
        </a:tcBdr>
        <a:fill>
          <a:solidFill>
            <a:schemeClr val="accent5"/>
          </a:solidFill>
        </a:fill>
      </a:tcStyle>
    </a:lastRow>
    <a:firstRow>
      <a:tcTxStyle b="on">
        <a:fontRef idx="minor">
          <a:prstClr val="black"/>
        </a:fontRef>
        <a:schemeClr val="lt1"/>
      </a:tcTxStyle>
      <a:tcStyle>
        <a:tcBdr>
          <a:bottom>
            <a:ln w="38100" cmpd="sng">
              <a:solidFill>
                <a:schemeClr val="lt1"/>
              </a:solidFill>
            </a:ln>
          </a:bottom>
        </a:tcBdr>
        <a:fill>
          <a:solidFill>
            <a:schemeClr val="accent5"/>
          </a:solidFill>
        </a:fill>
      </a:tcStyle>
    </a:firstRow>
  </a:tblStyle>
  <a:tblStyle styleId="{37CE84F3-28C3-443E-9E96-99CF82512B78}" styleName="Dark Style 1 - Accent 2">
    <a:wholeTbl>
      <a:tcTxStyle>
        <a:fontRef idx="minor">
          <a:scrgbClr r="0" g="0" b="0"/>
        </a:fontRef>
        <a:schemeClr val="lt1"/>
      </a:tcTxStyle>
      <a:tcStyle>
        <a:tcBdr>
          <a:left>
            <a:ln>
              <a:noFill/>
            </a:ln>
          </a:left>
          <a:right>
            <a:ln>
              <a:noFill/>
            </a:ln>
          </a:right>
          <a:top>
            <a:ln>
              <a:noFill/>
            </a:ln>
          </a:top>
          <a:bottom>
            <a:ln>
              <a:noFill/>
            </a:ln>
          </a:bottom>
          <a:insideH>
            <a:ln>
              <a:noFill/>
            </a:ln>
          </a:insideH>
          <a:insideV>
            <a:ln>
              <a:noFill/>
            </a:ln>
          </a:insideV>
        </a:tcBdr>
        <a:fill>
          <a:solidFill>
            <a:schemeClr val="accent2"/>
          </a:solidFill>
        </a:fill>
      </a:tcStyle>
    </a:wholeTbl>
    <a:band1H>
      <a:tcStyle>
        <a:tcBdr/>
        <a:fill>
          <a:solidFill>
            <a:schemeClr val="accent2">
              <a:shade val="60000"/>
            </a:schemeClr>
          </a:solidFill>
        </a:fill>
      </a:tcStyle>
    </a:band1H>
    <a:band1V>
      <a:tcStyle>
        <a:tcBdr/>
        <a:fill>
          <a:solidFill>
            <a:schemeClr val="accent2">
              <a:shade val="60000"/>
            </a:schemeClr>
          </a:solidFill>
        </a:fill>
      </a:tcStyle>
    </a:band1V>
    <a:lastCol>
      <a:tcTxStyle b="on"/>
      <a:tcStyle>
        <a:tcBdr>
          <a:left>
            <a:ln w="25400" cmpd="sng">
              <a:solidFill>
                <a:schemeClr val="lt1"/>
              </a:solidFill>
            </a:ln>
          </a:left>
        </a:tcBdr>
        <a:fill>
          <a:solidFill>
            <a:schemeClr val="accent2">
              <a:shade val="60000"/>
            </a:schemeClr>
          </a:solidFill>
        </a:fill>
      </a:tcStyle>
    </a:lastCol>
    <a:firstCol>
      <a:tcTxStyle b="on"/>
      <a:tcStyle>
        <a:tcBdr>
          <a:right>
            <a:ln w="25400" cmpd="sng">
              <a:solidFill>
                <a:schemeClr val="lt1"/>
              </a:solidFill>
            </a:ln>
          </a:right>
        </a:tcBdr>
        <a:fill>
          <a:solidFill>
            <a:schemeClr val="accent2">
              <a:shade val="60000"/>
            </a:schemeClr>
          </a:solidFill>
        </a:fill>
      </a:tcStyle>
    </a:firstCol>
    <a:lastRow>
      <a:tcTxStyle b="on"/>
      <a:tcStyle>
        <a:tcBdr>
          <a:top>
            <a:ln w="25400" cmpd="sng">
              <a:solidFill>
                <a:schemeClr val="lt1"/>
              </a:solidFill>
            </a:ln>
          </a:top>
        </a:tcBdr>
        <a:fill>
          <a:solidFill>
            <a:schemeClr val="accent2">
              <a:shade val="40000"/>
            </a:schemeClr>
          </a:solidFill>
        </a:fill>
      </a:tcStyle>
    </a:lastRow>
    <a:seCell>
      <a:tcStyle>
        <a:tcBdr>
          <a:left>
            <a:ln>
              <a:noFill/>
            </a:ln>
          </a:left>
        </a:tcBdr>
      </a:tcStyle>
    </a:seCell>
    <a:swCell>
      <a:tcStyle>
        <a:tcBdr>
          <a:right>
            <a:ln>
              <a:noFill/>
            </a:ln>
          </a:right>
        </a:tcBdr>
      </a:tcStyle>
    </a:swCell>
    <a:firstRow>
      <a:tcTxStyle b="on"/>
      <a:tcStyle>
        <a:tcBdr>
          <a:bottom>
            <a:ln w="25400" cmpd="sng">
              <a:solidFill>
                <a:schemeClr val="lt1"/>
              </a:solidFill>
            </a:ln>
          </a:bottom>
        </a:tcBdr>
        <a:fill>
          <a:solidFill>
            <a:schemeClr val="dk1"/>
          </a:solidFill>
        </a:fill>
      </a:tcStyle>
    </a:firstRow>
    <a:neCell>
      <a:tcStyle>
        <a:tcBdr>
          <a:left>
            <a:ln>
              <a:noFill/>
            </a:ln>
          </a:left>
        </a:tcBdr>
      </a:tcStyle>
    </a:neCell>
    <a:nwCell>
      <a:tcStyle>
        <a:tcBdr>
          <a:right>
            <a:ln>
              <a:noFill/>
            </a:ln>
          </a:right>
        </a:tcBdr>
      </a:tcStyle>
    </a:nwCell>
  </a:tblStyle>
</a:tblStyleLst>
</file>

<file path=ppt/viewProps.xml><?xml version="1.0" encoding="utf-8"?>
<p:viewPr xmlns:a="http://schemas.openxmlformats.org/drawingml/2006/main" xmlns:r="http://schemas.openxmlformats.org/officeDocument/2006/relationships" xmlns:p="http://schemas.openxmlformats.org/presentationml/2006/main">
  <p:normalViewPr>
    <p:restoredLeft sz="11379" autoAdjust="0"/>
    <p:restoredTop sz="94041" autoAdjust="0"/>
  </p:normalViewPr>
  <p:slideViewPr>
    <p:cSldViewPr snapToGrid="0" snapToObjects="1">
      <p:cViewPr varScale="1">
        <p:scale>
          <a:sx n="119" d="100"/>
          <a:sy n="119" d="100"/>
        </p:scale>
        <p:origin x="1120" y="192"/>
      </p:cViewPr>
      <p:guideLst/>
    </p:cSldViewPr>
  </p:slideViewPr>
  <p:outlineViewPr>
    <p:cViewPr>
      <p:scale>
        <a:sx n="33" d="100"/>
        <a:sy n="33" d="100"/>
      </p:scale>
      <p:origin x="0" y="-848"/>
    </p:cViewPr>
  </p:outlineViewPr>
  <p:notesTextViewPr>
    <p:cViewPr>
      <p:scale>
        <a:sx n="3" d="2"/>
        <a:sy n="3" d="2"/>
      </p:scale>
      <p:origin x="0" y="0"/>
    </p:cViewPr>
  </p:notesTextViewPr>
  <p:sorterViewPr>
    <p:cViewPr>
      <p:scale>
        <a:sx n="120" d="100"/>
        <a:sy n="120" d="100"/>
      </p:scale>
      <p:origin x="0" y="0"/>
    </p:cViewPr>
  </p:sorterViewPr>
  <p:notesViewPr>
    <p:cSldViewPr snapToGrid="0" snapToObjects="1" showGuides="1">
      <p:cViewPr varScale="1">
        <p:scale>
          <a:sx n="114" d="100"/>
          <a:sy n="114" d="100"/>
        </p:scale>
        <p:origin x="4867" y="66"/>
      </p:cViewPr>
      <p:guideLst>
        <p:guide orient="horz" pos="2928"/>
        <p:guide pos="2208"/>
      </p:guideLst>
    </p:cSldViewPr>
  </p:notesViewPr>
  <p:gridSpacing cx="72008" cy="72008"/>
</p:viewPr>
</file>

<file path=ppt/_rels/presentation.xml.rels><?xml version='1.0' encoding='UTF-8' standalone='yes'?>
<Relationships xmlns="http://schemas.openxmlformats.org/package/2006/relationships"><Relationship Id="rId1" Type="http://schemas.openxmlformats.org/officeDocument/2006/relationships/customXml" Target="../customXml/item1.xml"/><Relationship Id="rId2" Type="http://schemas.openxmlformats.org/officeDocument/2006/relationships/customXml" Target="../customXml/item2.xml"/><Relationship Id="rId3" Type="http://schemas.openxmlformats.org/officeDocument/2006/relationships/customXml" Target="../customXml/item3.xml"/><Relationship Id="rId4" Type="http://schemas.openxmlformats.org/officeDocument/2006/relationships/slideMaster" Target="slideMasters/slideMaster1.xml"/><Relationship Id="rId5" Type="http://schemas.openxmlformats.org/officeDocument/2006/relationships/slide" Target="slides/slide6.xml"/><Relationship Id="rId6" Type="http://schemas.openxmlformats.org/officeDocument/2006/relationships/slide" Target="slides/slide5.xml"/><Relationship Id="rId7" Type="http://schemas.openxmlformats.org/officeDocument/2006/relationships/slide" Target="slides/slide4.xml"/><Relationship Id="rId8" Type="http://schemas.openxmlformats.org/officeDocument/2006/relationships/slide" Target="slides/slide3.xml"/><Relationship Id="rId9" Type="http://schemas.openxmlformats.org/officeDocument/2006/relationships/slide" Target="slides/slide2.xml"/><Relationship Id="rId10" Type="http://schemas.openxmlformats.org/officeDocument/2006/relationships/slide" Target="slides/slide1.xml"/><Relationship Id="rId11" Type="http://schemas.openxmlformats.org/officeDocument/2006/relationships/notesMaster" Target="notesMasters/notesMaster1.xml"/><Relationship Id="rId12" Type="http://schemas.openxmlformats.org/officeDocument/2006/relationships/handoutMaster" Target="handoutMasters/handoutMaster1.xml"/><Relationship Id="rId13" Type="http://schemas.openxmlformats.org/officeDocument/2006/relationships/commentAuthors" Target="commentAuthors.xml"/><Relationship Id="rId14" Type="http://schemas.openxmlformats.org/officeDocument/2006/relationships/presProps" Target="presProps.xml"/><Relationship Id="rId15" Type="http://schemas.openxmlformats.org/officeDocument/2006/relationships/viewProps" Target="viewProps.xml"/><Relationship Id="rId16" Type="http://schemas.openxmlformats.org/officeDocument/2006/relationships/theme" Target="theme/theme1.xml"/><Relationship Id="rId17" Type="http://schemas.openxmlformats.org/officeDocument/2006/relationships/tableStyles" Target="tableStyles.xml"/><Relationship Id="rId18" Type="http://schemas.openxmlformats.org/officeDocument/2006/relationships/slide" Target="slides/slide7.xml"/><Relationship Id="rId19" Type="http://schemas.openxmlformats.org/officeDocument/2006/relationships/slide" Target="slides/slide8.xml"/><Relationship Id="rId20" Type="http://schemas.openxmlformats.org/officeDocument/2006/relationships/slide" Target="slides/slide9.xml"/><Relationship Id="rId21" Type="http://schemas.openxmlformats.org/officeDocument/2006/relationships/slide" Target="slides/slide10.xml"/><Relationship Id="rId22" Type="http://schemas.openxmlformats.org/officeDocument/2006/relationships/slide" Target="slides/slide11.xml"/><Relationship Id="rId23" Type="http://schemas.openxmlformats.org/officeDocument/2006/relationships/slide" Target="slides/slide12.xml"/><Relationship Id="rId24" Type="http://schemas.openxmlformats.org/officeDocument/2006/relationships/slide" Target="slides/slide13.xml"/><Relationship Id="rId25" Type="http://schemas.openxmlformats.org/officeDocument/2006/relationships/slide" Target="slides/slide14.xml"/><Relationship Id="rId26" Type="http://schemas.openxmlformats.org/officeDocument/2006/relationships/slide" Target="slides/slide15.xml"/></Relationships>
</file>

<file path=ppt/handoutMasters/_rels/handoutMaster1.xml.rels><?xml version='1.0' encoding='UTF-8' standalone='yes'?>
<Relationships xmlns="http://schemas.openxmlformats.org/package/2006/relationships"><Relationship Id="rId1" Type="http://schemas.openxmlformats.org/officeDocument/2006/relationships/theme" Target="../theme/theme3.xml"/></Relationships>
</file>

<file path=ppt/handoutMasters/handoutMaster1.xml><?xml version="1.0" encoding="utf-8"?>
<p:handoutMaster xmlns:a="http://schemas.openxmlformats.org/drawingml/2006/main" xmlns:r="http://schemas.openxmlformats.org/officeDocument/2006/relationships" xmlns:p="http://schemas.openxmlformats.org/presentationml/2006/main">
  <p:cSld>
    <p:bg>
      <p:bgRef idx="1001">
        <a:schemeClr val="bg1"/>
      </p:bgRef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Header Placeholder 1"/>
          <p:cNvSpPr>
            <a:spLocks noGrp="1"/>
          </p:cNvSpPr>
          <p:nvPr>
            <p:ph type="hdr" sz="quarter"/>
          </p:nvPr>
        </p:nvSpPr>
        <p:spPr>
          <a:xfrm>
            <a:off x="0" y="0"/>
            <a:ext cx="3037840" cy="464820"/>
          </a:xfrm>
          <a:prstGeom prst="rect">
            <a:avLst/>
          </a:prstGeom>
        </p:spPr>
        <p:txBody>
          <a:bodyPr vert="horz" lIns="93177" tIns="46589" rIns="93177" bIns="46589" rtlCol="0"/>
          <a:lstStyle>
            <a:lvl1pPr algn="l">
              <a:defRPr sz="1200"/>
            </a:lvl1pPr>
          </a:lstStyle>
          <a:p>
            <a:endParaRPr lang="en-US" dirty="0">
              <a:latin typeface="Arial" panose="020B0604020202020204" pitchFamily="34" charset="0"/>
            </a:endParaRPr>
          </a:p>
        </p:txBody>
      </p:sp>
      <p:sp>
        <p:nvSpPr>
          <p:cNvPr id="3" name="Date Placeholder 2"/>
          <p:cNvSpPr>
            <a:spLocks noGrp="1"/>
          </p:cNvSpPr>
          <p:nvPr>
            <p:ph type="dt" sz="quarter" idx="1"/>
          </p:nvPr>
        </p:nvSpPr>
        <p:spPr>
          <a:xfrm>
            <a:off x="3970938" y="0"/>
            <a:ext cx="3037840" cy="464820"/>
          </a:xfrm>
          <a:prstGeom prst="rect">
            <a:avLst/>
          </a:prstGeom>
        </p:spPr>
        <p:txBody>
          <a:bodyPr vert="horz" lIns="93177" tIns="46589" rIns="93177" bIns="46589" rtlCol="0"/>
          <a:lstStyle>
            <a:lvl1pPr algn="r">
              <a:defRPr sz="1200"/>
            </a:lvl1pPr>
          </a:lstStyle>
          <a:p>
            <a:fld id="{754A2399-B892-45F0-82BB-FD8C95A65D36}" type="datetimeFigureOut">
              <a:rPr lang="en-US" smtClean="0">
                <a:latin typeface="Arial" panose="020B0604020202020204" pitchFamily="34" charset="0"/>
              </a:rPr>
              <a:t>4/2/26</a:t>
            </a:fld>
            <a:endParaRPr lang="en-US" dirty="0">
              <a:latin typeface="Arial" panose="020B0604020202020204" pitchFamily="34" charset="0"/>
            </a:endParaRPr>
          </a:p>
        </p:txBody>
      </p:sp>
      <p:sp>
        <p:nvSpPr>
          <p:cNvPr id="4" name="Footer Placeholder 3"/>
          <p:cNvSpPr>
            <a:spLocks noGrp="1"/>
          </p:cNvSpPr>
          <p:nvPr>
            <p:ph type="ftr" sz="quarter" idx="2"/>
          </p:nvPr>
        </p:nvSpPr>
        <p:spPr>
          <a:xfrm>
            <a:off x="0" y="8829967"/>
            <a:ext cx="3037840" cy="464820"/>
          </a:xfrm>
          <a:prstGeom prst="rect">
            <a:avLst/>
          </a:prstGeom>
        </p:spPr>
        <p:txBody>
          <a:bodyPr vert="horz" lIns="93177" tIns="46589" rIns="93177" bIns="46589" rtlCol="0" anchor="b"/>
          <a:lstStyle>
            <a:lvl1pPr algn="l">
              <a:defRPr sz="1200"/>
            </a:lvl1pPr>
          </a:lstStyle>
          <a:p>
            <a:endParaRPr lang="en-US" dirty="0">
              <a:latin typeface="Arial" panose="020B0604020202020204" pitchFamily="34" charset="0"/>
            </a:endParaRPr>
          </a:p>
        </p:txBody>
      </p:sp>
      <p:sp>
        <p:nvSpPr>
          <p:cNvPr id="5" name="Slide Number Placeholder 4"/>
          <p:cNvSpPr>
            <a:spLocks noGrp="1"/>
          </p:cNvSpPr>
          <p:nvPr>
            <p:ph type="sldNum" sz="quarter" idx="3"/>
          </p:nvPr>
        </p:nvSpPr>
        <p:spPr>
          <a:xfrm>
            <a:off x="3970938" y="8829967"/>
            <a:ext cx="3037840" cy="464820"/>
          </a:xfrm>
          <a:prstGeom prst="rect">
            <a:avLst/>
          </a:prstGeom>
        </p:spPr>
        <p:txBody>
          <a:bodyPr vert="horz" lIns="93177" tIns="46589" rIns="93177" bIns="46589" rtlCol="0" anchor="b"/>
          <a:lstStyle>
            <a:lvl1pPr algn="r">
              <a:defRPr sz="1200"/>
            </a:lvl1pPr>
          </a:lstStyle>
          <a:p>
            <a:fld id="{CD8DE283-2FFE-4E79-86B3-19981A050BF6}" type="slidenum">
              <a:rPr lang="en-US" smtClean="0">
                <a:latin typeface="Arial" panose="020B0604020202020204" pitchFamily="34" charset="0"/>
              </a:rPr>
              <a:t>‹#›</a:t>
            </a:fld>
            <a:endParaRPr lang="en-US" dirty="0">
              <a:latin typeface="Arial" panose="020B0604020202020204" pitchFamily="34" charset="0"/>
            </a:endParaRPr>
          </a:p>
        </p:txBody>
      </p:sp>
    </p:spTree>
    <p:extLst>
      <p:ext uri="{BB962C8B-B14F-4D97-AF65-F5344CB8AC3E}">
        <p14:creationId xmlns:p14="http://schemas.microsoft.com/office/powerpoint/2010/main" val="2596877919"/>
      </p:ext>
    </p:extLst>
  </p:cSld>
  <p:clrMap bg1="lt1" tx1="dk1" bg2="lt2" tx2="dk2" accent1="accent1" accent2="accent2" accent3="accent3" accent4="accent4" accent5="accent5" accent6="accent6" hlink="hlink" folHlink="folHlink"/>
</p:handoutMaster>
</file>

<file path=ppt/notesMasters/_rels/notesMaster1.xml.rels><?xml version='1.0' encoding='UTF-8' standalone='yes'?>
<Relationships xmlns="http://schemas.openxmlformats.org/package/2006/relationships"><Relationship Id="rId1" Type="http://schemas.openxmlformats.org/officeDocument/2006/relationships/theme" Target="../theme/theme2.xml"/></Relationships>
</file>

<file path=ppt/notesMasters/notesMaster1.xml><?xml version="1.0" encoding="utf-8"?>
<p:notesMaster xmlns:a="http://schemas.openxmlformats.org/drawingml/2006/main" xmlns:r="http://schemas.openxmlformats.org/officeDocument/2006/relationships" xmlns:p="http://schemas.openxmlformats.org/presentationml/2006/main">
  <p:cSld>
    <p:bg>
      <p:bgPr>
        <a:solidFill>
          <a:schemeClr val="bg1"/>
        </a:solidFill>
        <a:effectLst/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5362" name="Rectangle 2"/>
          <p:cNvSpPr>
            <a:spLocks noGrp="1" noChangeArrowheads="1"/>
          </p:cNvSpPr>
          <p:nvPr>
            <p:ph type="hdr" sz="quarter"/>
          </p:nvPr>
        </p:nvSpPr>
        <p:spPr bwMode="auto">
          <a:xfrm>
            <a:off x="0" y="0"/>
            <a:ext cx="3037840" cy="464820"/>
          </a:xfrm>
          <a:prstGeom prst="rect">
            <a:avLst/>
          </a:prstGeom>
          <a:noFill/>
          <a:ln>
            <a:noFill/>
          </a:ln>
          <a:effectLst/>
          <a:extLst>
            <a:ext uri="{909E8E84-426E-40DD-AFC4-6F175D3DCCD1}">
              <a14:hiddenFill xmlns:a14="http://schemas.microsoft.com/office/drawing/2010/main">
                <a:solidFill>
                  <a:schemeClr val="accent1"/>
                </a:solidFill>
              </a14:hiddenFill>
            </a:ext>
            <a:ext uri="{91240B29-F687-4F45-9708-019B960494DF}">
              <a14:hiddenLine xmlns:a14="http://schemas.microsoft.com/office/drawing/2010/main" w="9525">
                <a:solidFill>
                  <a:schemeClr val="tx1"/>
                </a:solidFill>
                <a:miter lim="800000"/>
                <a:headEnd/>
                <a:tailEnd/>
              </a14:hiddenLine>
            </a:ext>
            <a:ext uri="{AF507438-7753-43E0-B8FC-AC1667EBCBE1}">
              <a14:hiddenEffects xmlns:a14="http://schemas.microsoft.com/office/drawing/2010/main">
                <a:effectLst>
                  <a:outerShdw dist="35921" dir="2700000" algn="ctr" rotWithShape="0">
                    <a:schemeClr val="bg2"/>
                  </a:outerShdw>
                </a:effectLst>
              </a14:hiddenEffects>
            </a:ext>
          </a:extLst>
        </p:spPr>
        <p:txBody>
          <a:bodyPr vert="horz" wrap="square" lIns="93177" tIns="46589" rIns="93177" bIns="46589" numCol="1" anchor="t" anchorCtr="0" compatLnSpc="1">
            <a:prstTxWarp prst="textNoShape">
              <a:avLst/>
            </a:prstTxWarp>
          </a:bodyPr>
          <a:lstStyle>
            <a:lvl1pPr>
              <a:spcBef>
                <a:spcPct val="0"/>
              </a:spcBef>
              <a:buClrTx/>
              <a:buSzTx/>
              <a:buFontTx/>
              <a:buNone/>
              <a:defRPr sz="1200">
                <a:latin typeface="Arial" charset="0"/>
              </a:defRPr>
            </a:lvl1pPr>
          </a:lstStyle>
          <a:p>
            <a:endParaRPr lang="en-US" dirty="0"/>
          </a:p>
        </p:txBody>
      </p:sp>
      <p:sp>
        <p:nvSpPr>
          <p:cNvPr id="15364" name="Rectangle 4"/>
          <p:cNvSpPr>
            <a:spLocks noGrp="1" noRot="1" noChangeAspect="1" noChangeArrowheads="1" noTextEdit="1"/>
          </p:cNvSpPr>
          <p:nvPr>
            <p:ph type="sldImg" idx="2"/>
          </p:nvPr>
        </p:nvSpPr>
        <p:spPr bwMode="auto">
          <a:xfrm>
            <a:off x="407988" y="696913"/>
            <a:ext cx="6194425" cy="3486150"/>
          </a:xfrm>
          <a:prstGeom prst="rect">
            <a:avLst/>
          </a:prstGeom>
          <a:noFill/>
          <a:ln w="9525">
            <a:solidFill>
              <a:srgbClr val="000000"/>
            </a:solidFill>
            <a:miter lim="800000"/>
            <a:headEnd/>
            <a:tailEnd/>
          </a:ln>
          <a:effectLst/>
          <a:extLst>
            <a:ext uri="{AF507438-7753-43E0-B8FC-AC1667EBCBE1}">
              <a14:hiddenEffects xmlns:a14="http://schemas.microsoft.com/office/drawing/2010/main">
                <a:effectLst>
                  <a:outerShdw dist="35921" dir="2700000" algn="ctr" rotWithShape="0">
                    <a:srgbClr val="808080"/>
                  </a:outerShdw>
                </a:effectLst>
              </a14:hiddenEffects>
            </a:ext>
            <a:ext uri="{53640926-AAD7-44D8-BBD7-CCE9431645EC}">
              <a14:shadowObscured xmlns:a14="http://schemas.microsoft.com/office/drawing/2010/main" val="1"/>
            </a:ext>
          </a:extLst>
        </p:spPr>
      </p:sp>
      <p:sp>
        <p:nvSpPr>
          <p:cNvPr id="15365" name="Rectangle 5"/>
          <p:cNvSpPr>
            <a:spLocks noGrp="1" noChangeArrowheads="1"/>
          </p:cNvSpPr>
          <p:nvPr>
            <p:ph type="body" sz="quarter" idx="3"/>
          </p:nvPr>
        </p:nvSpPr>
        <p:spPr bwMode="auto">
          <a:xfrm>
            <a:off x="701040" y="4415790"/>
            <a:ext cx="5608320" cy="4183380"/>
          </a:xfrm>
          <a:prstGeom prst="rect">
            <a:avLst/>
          </a:prstGeom>
          <a:noFill/>
          <a:ln>
            <a:noFill/>
          </a:ln>
          <a:effectLst/>
          <a:extLst>
            <a:ext uri="{909E8E84-426E-40DD-AFC4-6F175D3DCCD1}">
              <a14:hiddenFill xmlns:a14="http://schemas.microsoft.com/office/drawing/2010/main">
                <a:solidFill>
                  <a:schemeClr val="accent1"/>
                </a:solidFill>
              </a14:hiddenFill>
            </a:ext>
            <a:ext uri="{91240B29-F687-4F45-9708-019B960494DF}">
              <a14:hiddenLine xmlns:a14="http://schemas.microsoft.com/office/drawing/2010/main" w="9525">
                <a:solidFill>
                  <a:schemeClr val="tx1"/>
                </a:solidFill>
                <a:miter lim="800000"/>
                <a:headEnd/>
                <a:tailEnd/>
              </a14:hiddenLine>
            </a:ext>
            <a:ext uri="{AF507438-7753-43E0-B8FC-AC1667EBCBE1}">
              <a14:hiddenEffects xmlns:a14="http://schemas.microsoft.com/office/drawing/2010/main">
                <a:effectLst>
                  <a:outerShdw dist="35921" dir="2700000" algn="ctr" rotWithShape="0">
                    <a:schemeClr val="bg2"/>
                  </a:outerShdw>
                </a:effectLst>
              </a14:hiddenEffects>
            </a:ext>
          </a:extLst>
        </p:spPr>
        <p:txBody>
          <a:bodyPr vert="horz" wrap="square" lIns="93177" tIns="46589" rIns="93177" bIns="46589" numCol="1" anchor="t" anchorCtr="0" compatLnSpc="1">
            <a:prstTxWarp prst="textNoShape">
              <a:avLst/>
            </a:prstTxWarp>
          </a:bodyPr>
          <a:lstStyle/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</a:p>
        </p:txBody>
      </p:sp>
      <p:sp>
        <p:nvSpPr>
          <p:cNvPr id="15366" name="Rectangle 6"/>
          <p:cNvSpPr>
            <a:spLocks noGrp="1" noChangeArrowheads="1"/>
          </p:cNvSpPr>
          <p:nvPr>
            <p:ph type="ftr" sz="quarter" idx="4"/>
          </p:nvPr>
        </p:nvSpPr>
        <p:spPr bwMode="auto">
          <a:xfrm>
            <a:off x="0" y="8829967"/>
            <a:ext cx="3037840" cy="464820"/>
          </a:xfrm>
          <a:prstGeom prst="rect">
            <a:avLst/>
          </a:prstGeom>
          <a:noFill/>
          <a:ln>
            <a:noFill/>
          </a:ln>
          <a:effectLst/>
          <a:extLst>
            <a:ext uri="{909E8E84-426E-40DD-AFC4-6F175D3DCCD1}">
              <a14:hiddenFill xmlns:a14="http://schemas.microsoft.com/office/drawing/2010/main">
                <a:solidFill>
                  <a:schemeClr val="accent1"/>
                </a:solidFill>
              </a14:hiddenFill>
            </a:ext>
            <a:ext uri="{91240B29-F687-4F45-9708-019B960494DF}">
              <a14:hiddenLine xmlns:a14="http://schemas.microsoft.com/office/drawing/2010/main" w="9525">
                <a:solidFill>
                  <a:schemeClr val="tx1"/>
                </a:solidFill>
                <a:miter lim="800000"/>
                <a:headEnd/>
                <a:tailEnd/>
              </a14:hiddenLine>
            </a:ext>
            <a:ext uri="{AF507438-7753-43E0-B8FC-AC1667EBCBE1}">
              <a14:hiddenEffects xmlns:a14="http://schemas.microsoft.com/office/drawing/2010/main">
                <a:effectLst>
                  <a:outerShdw dist="35921" dir="2700000" algn="ctr" rotWithShape="0">
                    <a:schemeClr val="bg2"/>
                  </a:outerShdw>
                </a:effectLst>
              </a14:hiddenEffects>
            </a:ext>
          </a:extLst>
        </p:spPr>
        <p:txBody>
          <a:bodyPr vert="horz" wrap="square" lIns="93177" tIns="46589" rIns="93177" bIns="46589" numCol="1" anchor="b" anchorCtr="0" compatLnSpc="1">
            <a:prstTxWarp prst="textNoShape">
              <a:avLst/>
            </a:prstTxWarp>
          </a:bodyPr>
          <a:lstStyle>
            <a:lvl1pPr>
              <a:spcBef>
                <a:spcPct val="0"/>
              </a:spcBef>
              <a:buClrTx/>
              <a:buSzTx/>
              <a:buFontTx/>
              <a:buNone/>
              <a:defRPr sz="1200">
                <a:latin typeface="Arial" charset="0"/>
              </a:defRPr>
            </a:lvl1pPr>
          </a:lstStyle>
          <a:p>
            <a:endParaRPr lang="en-US" dirty="0"/>
          </a:p>
        </p:txBody>
      </p:sp>
      <p:sp>
        <p:nvSpPr>
          <p:cNvPr id="15367" name="Rectangle 7"/>
          <p:cNvSpPr>
            <a:spLocks noGrp="1" noChangeArrowheads="1"/>
          </p:cNvSpPr>
          <p:nvPr>
            <p:ph type="sldNum" sz="quarter" idx="5"/>
          </p:nvPr>
        </p:nvSpPr>
        <p:spPr bwMode="auto">
          <a:xfrm>
            <a:off x="3970938" y="8829967"/>
            <a:ext cx="3037840" cy="464820"/>
          </a:xfrm>
          <a:prstGeom prst="rect">
            <a:avLst/>
          </a:prstGeom>
          <a:noFill/>
          <a:ln>
            <a:noFill/>
          </a:ln>
          <a:effectLst/>
          <a:extLst>
            <a:ext uri="{909E8E84-426E-40DD-AFC4-6F175D3DCCD1}">
              <a14:hiddenFill xmlns:a14="http://schemas.microsoft.com/office/drawing/2010/main">
                <a:solidFill>
                  <a:schemeClr val="accent1"/>
                </a:solidFill>
              </a14:hiddenFill>
            </a:ext>
            <a:ext uri="{91240B29-F687-4F45-9708-019B960494DF}">
              <a14:hiddenLine xmlns:a14="http://schemas.microsoft.com/office/drawing/2010/main" w="9525">
                <a:solidFill>
                  <a:schemeClr val="tx1"/>
                </a:solidFill>
                <a:miter lim="800000"/>
                <a:headEnd/>
                <a:tailEnd/>
              </a14:hiddenLine>
            </a:ext>
            <a:ext uri="{AF507438-7753-43E0-B8FC-AC1667EBCBE1}">
              <a14:hiddenEffects xmlns:a14="http://schemas.microsoft.com/office/drawing/2010/main">
                <a:effectLst>
                  <a:outerShdw dist="35921" dir="2700000" algn="ctr" rotWithShape="0">
                    <a:schemeClr val="bg2"/>
                  </a:outerShdw>
                </a:effectLst>
              </a14:hiddenEffects>
            </a:ext>
          </a:extLst>
        </p:spPr>
        <p:txBody>
          <a:bodyPr vert="horz" wrap="square" lIns="93177" tIns="46589" rIns="93177" bIns="46589" numCol="1" anchor="b" anchorCtr="0" compatLnSpc="1">
            <a:prstTxWarp prst="textNoShape">
              <a:avLst/>
            </a:prstTxWarp>
          </a:bodyPr>
          <a:lstStyle>
            <a:lvl1pPr algn="r">
              <a:spcBef>
                <a:spcPct val="0"/>
              </a:spcBef>
              <a:buClrTx/>
              <a:buSzTx/>
              <a:buFontTx/>
              <a:buNone/>
              <a:defRPr sz="1200">
                <a:latin typeface="Arial" charset="0"/>
              </a:defRPr>
            </a:lvl1pPr>
          </a:lstStyle>
          <a:p>
            <a:fld id="{3EEE9B47-791B-47F7-AE03-C0D580CA0B67}" type="slidenum">
              <a:rPr lang="en-US"/>
              <a:pPr/>
              <a:t>‹#›</a:t>
            </a:fld>
            <a:endParaRPr lang="en-US" dirty="0"/>
          </a:p>
        </p:txBody>
      </p:sp>
    </p:spTree>
    <p:extLst>
      <p:ext uri="{BB962C8B-B14F-4D97-AF65-F5344CB8AC3E}">
        <p14:creationId xmlns:p14="http://schemas.microsoft.com/office/powerpoint/2010/main" val="1738816038"/>
      </p:ext>
    </p:extLst>
  </p:cSld>
  <p:clrMap bg1="lt1" tx1="dk1" bg2="lt2" tx2="dk2" accent1="accent1" accent2="accent2" accent3="accent3" accent4="accent4" accent5="accent5" accent6="accent6" hlink="hlink" folHlink="folHlink"/>
  <p:notesStyle>
    <a:lvl1pPr algn="l" rtl="0" fontAlgn="base">
      <a:spcBef>
        <a:spcPct val="30000"/>
      </a:spcBef>
      <a:spcAft>
        <a:spcPct val="0"/>
      </a:spcAft>
      <a:defRPr sz="1600" kern="1200">
        <a:solidFill>
          <a:schemeClr val="tx1"/>
        </a:solidFill>
        <a:latin typeface="Arial" charset="0"/>
        <a:ea typeface="+mn-ea"/>
        <a:cs typeface="+mn-cs"/>
      </a:defRPr>
    </a:lvl1pPr>
    <a:lvl2pPr marL="609493" algn="l" rtl="0" fontAlgn="base">
      <a:spcBef>
        <a:spcPct val="30000"/>
      </a:spcBef>
      <a:spcAft>
        <a:spcPct val="0"/>
      </a:spcAft>
      <a:defRPr sz="1600" kern="1200">
        <a:solidFill>
          <a:schemeClr val="tx1"/>
        </a:solidFill>
        <a:latin typeface="Arial" charset="0"/>
        <a:ea typeface="+mn-ea"/>
        <a:cs typeface="+mn-cs"/>
      </a:defRPr>
    </a:lvl2pPr>
    <a:lvl3pPr marL="1218987" algn="l" rtl="0" fontAlgn="base">
      <a:spcBef>
        <a:spcPct val="30000"/>
      </a:spcBef>
      <a:spcAft>
        <a:spcPct val="0"/>
      </a:spcAft>
      <a:defRPr sz="1600" kern="1200">
        <a:solidFill>
          <a:schemeClr val="tx1"/>
        </a:solidFill>
        <a:latin typeface="Arial" charset="0"/>
        <a:ea typeface="+mn-ea"/>
        <a:cs typeface="+mn-cs"/>
      </a:defRPr>
    </a:lvl3pPr>
    <a:lvl4pPr marL="1828480" algn="l" rtl="0" fontAlgn="base">
      <a:spcBef>
        <a:spcPct val="30000"/>
      </a:spcBef>
      <a:spcAft>
        <a:spcPct val="0"/>
      </a:spcAft>
      <a:defRPr sz="1600" kern="1200">
        <a:solidFill>
          <a:schemeClr val="tx1"/>
        </a:solidFill>
        <a:latin typeface="Arial" charset="0"/>
        <a:ea typeface="+mn-ea"/>
        <a:cs typeface="+mn-cs"/>
      </a:defRPr>
    </a:lvl4pPr>
    <a:lvl5pPr marL="2437973" algn="l" rtl="0" fontAlgn="base">
      <a:spcBef>
        <a:spcPct val="30000"/>
      </a:spcBef>
      <a:spcAft>
        <a:spcPct val="0"/>
      </a:spcAft>
      <a:defRPr sz="1600" kern="1200">
        <a:solidFill>
          <a:schemeClr val="tx1"/>
        </a:solidFill>
        <a:latin typeface="Arial" charset="0"/>
        <a:ea typeface="+mn-ea"/>
        <a:cs typeface="+mn-cs"/>
      </a:defRPr>
    </a:lvl5pPr>
    <a:lvl6pPr marL="3047467" algn="l" defTabSz="1218987" rtl="0" eaLnBrk="1" latinLnBrk="0" hangingPunct="1">
      <a:defRPr sz="1600" kern="1200">
        <a:solidFill>
          <a:schemeClr val="tx1"/>
        </a:solidFill>
        <a:latin typeface="+mn-lt"/>
        <a:ea typeface="+mn-ea"/>
        <a:cs typeface="+mn-cs"/>
      </a:defRPr>
    </a:lvl6pPr>
    <a:lvl7pPr marL="3656960" algn="l" defTabSz="1218987" rtl="0" eaLnBrk="1" latinLnBrk="0" hangingPunct="1">
      <a:defRPr sz="1600" kern="1200">
        <a:solidFill>
          <a:schemeClr val="tx1"/>
        </a:solidFill>
        <a:latin typeface="+mn-lt"/>
        <a:ea typeface="+mn-ea"/>
        <a:cs typeface="+mn-cs"/>
      </a:defRPr>
    </a:lvl7pPr>
    <a:lvl8pPr marL="4266453" algn="l" defTabSz="1218987" rtl="0" eaLnBrk="1" latinLnBrk="0" hangingPunct="1">
      <a:defRPr sz="1600" kern="1200">
        <a:solidFill>
          <a:schemeClr val="tx1"/>
        </a:solidFill>
        <a:latin typeface="+mn-lt"/>
        <a:ea typeface="+mn-ea"/>
        <a:cs typeface="+mn-cs"/>
      </a:defRPr>
    </a:lvl8pPr>
    <a:lvl9pPr marL="4875947" algn="l" defTabSz="1218987" rtl="0" eaLnBrk="1" latinLnBrk="0" hangingPunct="1">
      <a:defRPr sz="1600" kern="1200">
        <a:solidFill>
          <a:schemeClr val="tx1"/>
        </a:solidFill>
        <a:latin typeface="+mn-lt"/>
        <a:ea typeface="+mn-ea"/>
        <a:cs typeface="+mn-cs"/>
      </a:defRPr>
    </a:lvl9pPr>
  </p:notesStyle>
</p:notesMaster>
</file>

<file path=ppt/slideLayouts/_rels/slideLayout1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Relationship Id="rId2" Type="http://schemas.openxmlformats.org/officeDocument/2006/relationships/image" Target="../media/image2.svg"/><Relationship Id="rId3" Type="http://schemas.openxmlformats.org/officeDocument/2006/relationships/image" Target="../media/image3.svg"/><Relationship Id="rId4" Type="http://schemas.openxmlformats.org/officeDocument/2006/relationships/image" Target="../media/image4.svg"/></Relationships>
</file>

<file path=ppt/slideLayouts/_rels/slideLayout2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Relationship Id="rId2" Type="http://schemas.openxmlformats.org/officeDocument/2006/relationships/image" Target="../media/image5.png"/><Relationship Id="rId3" Type="http://schemas.openxmlformats.org/officeDocument/2006/relationships/image" Target="../media/image1.svg"/></Relationships>
</file>

<file path=ppt/slideLayouts/_rels/slideLayout3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4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Relationship Id="rId2" Type="http://schemas.openxmlformats.org/officeDocument/2006/relationships/image" Target="../media/image6.png"/><Relationship Id="rId3" Type="http://schemas.openxmlformats.org/officeDocument/2006/relationships/image" Target="../media/image7.svg"/></Relationships>
</file>

<file path=ppt/slideLayouts/_rels/slideLayout5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Relationship Id="rId2" Type="http://schemas.openxmlformats.org/officeDocument/2006/relationships/image" Target="../media/image8.svg"/><Relationship Id="rId3" Type="http://schemas.openxmlformats.org/officeDocument/2006/relationships/image" Target="../media/image7.svg"/></Relationships>
</file>

<file path=ppt/slideLayouts/_rels/slideLayout6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Relationship Id="rId2" Type="http://schemas.openxmlformats.org/officeDocument/2006/relationships/image" Target="../media/image9.svg"/><Relationship Id="rId3" Type="http://schemas.openxmlformats.org/officeDocument/2006/relationships/image" Target="../media/image7.svg"/></Relationships>
</file>

<file path=ppt/slideLayouts/_rels/slideLayout7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8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9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0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1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2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Relationship Id="rId2" Type="http://schemas.openxmlformats.org/officeDocument/2006/relationships/image" Target="../media/image2.svg"/><Relationship Id="rId3" Type="http://schemas.openxmlformats.org/officeDocument/2006/relationships/image" Target="../media/image3.svg"/><Relationship Id="rId4" Type="http://schemas.openxmlformats.org/officeDocument/2006/relationships/image" Target="../media/image4.svg"/></Relationships>
</file>

<file path=ppt/slideLayouts/slideLayout1.xml><?xml version="1.0" encoding="utf-8"?>
<p:sldLayout xmlns:a="http://schemas.openxmlformats.org/drawingml/2006/main" xmlns:r="http://schemas.openxmlformats.org/officeDocument/2006/relationships" xmlns:p="http://schemas.openxmlformats.org/presentationml/2006/main" preserve="1" userDrawn="1">
  <p:cSld name="Title Slide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1" name="Rectangle 10">
            <a:extLst>
              <a:ext uri="{FF2B5EF4-FFF2-40B4-BE49-F238E27FC236}">
                <a16:creationId xmlns:a16="http://schemas.microsoft.com/office/drawing/2014/main" id="{4A361E9B-415E-1D98-E45A-419F81748D90}"/>
              </a:ext>
            </a:extLst>
          </p:cNvPr>
          <p:cNvSpPr>
            <a:spLocks noGrp="1" noRot="1" noMove="1" noResize="1" noEditPoints="1" noAdjustHandles="1" noChangeArrowheads="1" noChangeShapeType="1"/>
          </p:cNvSpPr>
          <p:nvPr userDrawn="1"/>
        </p:nvSpPr>
        <p:spPr bwMode="auto">
          <a:xfrm>
            <a:off x="0" y="-20250"/>
            <a:ext cx="12188952" cy="5164572"/>
          </a:xfrm>
          <a:prstGeom prst="rect">
            <a:avLst/>
          </a:prstGeom>
          <a:solidFill>
            <a:schemeClr val="tx2"/>
          </a:solidFill>
          <a:ln w="12700" algn="ctr">
            <a:noFill/>
            <a:miter lim="800000"/>
            <a:headEnd/>
            <a:tailEnd/>
          </a:ln>
          <a:effectLst/>
        </p:spPr>
        <p:txBody>
          <a:bodyPr rot="0" spcFirstLastPara="0" vertOverflow="overflow" horzOverflow="overflow" vert="horz" wrap="square" lIns="91440" tIns="45720" rIns="91440" bIns="45720" numCol="1" spcCol="0" rtlCol="0" fromWordArt="0" anchor="ctr" anchorCtr="0" forceAA="0" compatLnSpc="1">
            <a:prstTxWarp prst="textNoShape">
              <a:avLst/>
            </a:prstTxWarp>
            <a:noAutofit/>
          </a:bodyPr>
          <a:lstStyle/>
          <a:p>
            <a:pPr algn="ctr">
              <a:lnSpc>
                <a:spcPct val="80000"/>
              </a:lnSpc>
              <a:spcBef>
                <a:spcPts val="1200"/>
              </a:spcBef>
              <a:spcAft>
                <a:spcPts val="0"/>
              </a:spcAft>
              <a:buSzPct val="115000"/>
            </a:pPr>
            <a:endParaRPr lang="en-US" sz="2400" dirty="0" err="1">
              <a:latin typeface="+mn-lt"/>
            </a:endParaRPr>
          </a:p>
        </p:txBody>
      </p:sp>
      <p:pic>
        <p:nvPicPr>
          <p:cNvPr id="12" name="Graphic 11">
            <a:extLst>
              <a:ext uri="{FF2B5EF4-FFF2-40B4-BE49-F238E27FC236}">
                <a16:creationId xmlns:a16="http://schemas.microsoft.com/office/drawing/2014/main" id="{27BB81B3-060C-D235-077D-FC8A8C1A6F55}"/>
              </a:ext>
            </a:extLst>
          </p:cNvPr>
          <p:cNvPicPr>
            <a:picLocks noGrp="1" noRot="1" noChangeAspect="1" noMove="1" noResize="1" noEditPoints="1" noAdjustHandles="1" noChangeArrowheads="1" noChangeShapeType="1" noCrop="1"/>
          </p:cNvPicPr>
          <p:nvPr userDrawn="1"/>
        </p:nvPicPr>
        <p:blipFill>
          <a:blip>
            <a:extLst>
              <a:ext uri="{96DAC541-7B7A-43D3-8B79-37D633B846F1}">
                <asvg:svgBlip xmlns:asvg="http://schemas.microsoft.com/office/drawing/2016/SVG/main" r:embed="rId2"/>
              </a:ext>
            </a:extLst>
          </a:blip>
          <a:stretch>
            <a:fillRect/>
          </a:stretch>
        </p:blipFill>
        <p:spPr>
          <a:xfrm>
            <a:off x="5238245" y="-17056"/>
            <a:ext cx="6950577" cy="5799486"/>
          </a:xfrm>
          <a:prstGeom prst="rect">
            <a:avLst/>
          </a:prstGeom>
        </p:spPr>
      </p:pic>
      <p:sp>
        <p:nvSpPr>
          <p:cNvPr id="10" name="Rectangle 9">
            <a:extLst>
              <a:ext uri="{FF2B5EF4-FFF2-40B4-BE49-F238E27FC236}">
                <a16:creationId xmlns:a16="http://schemas.microsoft.com/office/drawing/2014/main" id="{36F5B1A4-B3B5-C9C7-087A-AB3118FFBDCC}"/>
              </a:ext>
            </a:extLst>
          </p:cNvPr>
          <p:cNvSpPr>
            <a:spLocks noGrp="1" noRot="1" noMove="1" noResize="1" noEditPoints="1" noAdjustHandles="1" noChangeArrowheads="1" noChangeShapeType="1"/>
          </p:cNvSpPr>
          <p:nvPr userDrawn="1"/>
        </p:nvSpPr>
        <p:spPr bwMode="auto">
          <a:xfrm>
            <a:off x="2" y="5144322"/>
            <a:ext cx="12188823" cy="1724660"/>
          </a:xfrm>
          <a:prstGeom prst="rect">
            <a:avLst/>
          </a:prstGeom>
          <a:solidFill>
            <a:schemeClr val="accent2"/>
          </a:solidFill>
          <a:ln w="12700" algn="ctr">
            <a:noFill/>
            <a:miter lim="800000"/>
            <a:headEnd/>
            <a:tailEnd/>
          </a:ln>
          <a:effectLst/>
        </p:spPr>
        <p:txBody>
          <a:bodyPr rot="0" spcFirstLastPara="0" vertOverflow="overflow" horzOverflow="overflow" vert="horz" wrap="square" lIns="91440" tIns="45720" rIns="91440" bIns="45720" numCol="1" spcCol="0" rtlCol="0" fromWordArt="0" anchor="ctr" anchorCtr="0" forceAA="0" compatLnSpc="1">
            <a:prstTxWarp prst="textNoShape">
              <a:avLst/>
            </a:prstTxWarp>
            <a:noAutofit/>
          </a:bodyPr>
          <a:lstStyle/>
          <a:p>
            <a:pPr algn="ctr">
              <a:lnSpc>
                <a:spcPct val="80000"/>
              </a:lnSpc>
              <a:spcBef>
                <a:spcPts val="1200"/>
              </a:spcBef>
              <a:spcAft>
                <a:spcPts val="0"/>
              </a:spcAft>
              <a:buSzPct val="115000"/>
            </a:pPr>
            <a:endParaRPr lang="en-US" sz="2400" dirty="0" err="1">
              <a:latin typeface="+mn-lt"/>
            </a:endParaRPr>
          </a:p>
        </p:txBody>
      </p:sp>
      <p:sp>
        <p:nvSpPr>
          <p:cNvPr id="4" name="Footer Placeholder 3" hidden="1"/>
          <p:cNvSpPr>
            <a:spLocks noGrp="1"/>
          </p:cNvSpPr>
          <p:nvPr userDrawn="1">
            <p:ph type="ftr" sz="quarter" idx="11"/>
          </p:nvPr>
        </p:nvSpPr>
        <p:spPr/>
        <p:txBody>
          <a:bodyPr/>
          <a:lstStyle/>
          <a:p>
            <a:endParaRPr lang="en-US" dirty="0"/>
          </a:p>
        </p:txBody>
      </p:sp>
      <p:sp>
        <p:nvSpPr>
          <p:cNvPr id="13" name="Speaker name and date"/>
          <p:cNvSpPr>
            <a:spLocks noGrp="1"/>
          </p:cNvSpPr>
          <p:nvPr userDrawn="1">
            <p:ph type="subTitle" idx="1" hasCustomPrompt="1"/>
          </p:nvPr>
        </p:nvSpPr>
        <p:spPr>
          <a:xfrm>
            <a:off x="925841" y="3922059"/>
            <a:ext cx="5804989" cy="443809"/>
          </a:xfrm>
          <a:prstGeom prst="rect">
            <a:avLst/>
          </a:prstGeom>
        </p:spPr>
        <p:txBody>
          <a:bodyPr lIns="91440" tIns="45720" rIns="91440" bIns="45720" anchor="t" anchorCtr="0">
            <a:noAutofit/>
          </a:bodyPr>
          <a:lstStyle>
            <a:lvl1pPr marL="0" indent="0" algn="l">
              <a:lnSpc>
                <a:spcPts val="2666"/>
              </a:lnSpc>
              <a:spcBef>
                <a:spcPts val="0"/>
              </a:spcBef>
              <a:buNone/>
              <a:defRPr sz="1400" b="0" i="0">
                <a:solidFill>
                  <a:schemeClr val="bg1"/>
                </a:solidFill>
                <a:latin typeface="Arial" panose="020B0604020202020204" pitchFamily="34" charset="0"/>
                <a:cs typeface="Arial" panose="020B0604020202020204" pitchFamily="34" charset="0"/>
              </a:defRPr>
            </a:lvl1pPr>
            <a:lvl2pPr marL="609361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2pPr>
            <a:lvl3pPr marL="1218732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3pPr>
            <a:lvl4pPr marL="1828097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4pPr>
            <a:lvl5pPr marL="2437467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5pPr>
            <a:lvl6pPr marL="3046828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6pPr>
            <a:lvl7pPr marL="3656199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7pPr>
            <a:lvl8pPr marL="4265564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8pPr>
            <a:lvl9pPr marL="4874933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9pPr>
          </a:lstStyle>
          <a:p>
            <a:r>
              <a:rPr lang="en-US" dirty="0"/>
              <a:t>Speaker Name | Speaker Title</a:t>
            </a:r>
          </a:p>
        </p:txBody>
      </p:sp>
      <p:sp>
        <p:nvSpPr>
          <p:cNvPr id="14" name="Sub-title"/>
          <p:cNvSpPr>
            <a:spLocks noGrp="1"/>
          </p:cNvSpPr>
          <p:nvPr userDrawn="1">
            <p:ph type="body" sz="quarter" idx="13" hasCustomPrompt="1"/>
          </p:nvPr>
        </p:nvSpPr>
        <p:spPr>
          <a:xfrm>
            <a:off x="925841" y="3095722"/>
            <a:ext cx="6877606" cy="565804"/>
          </a:xfrm>
          <a:prstGeom prst="rect">
            <a:avLst/>
          </a:prstGeom>
        </p:spPr>
        <p:txBody>
          <a:bodyPr lIns="91440" tIns="45720" rIns="91440" bIns="45720">
            <a:noAutofit/>
          </a:bodyPr>
          <a:lstStyle>
            <a:lvl1pPr marL="0" indent="0">
              <a:buFont typeface="Arial" panose="020B0604020202020204" pitchFamily="34" charset="0"/>
              <a:buNone/>
              <a:defRPr sz="2400" b="0" baseline="0">
                <a:solidFill>
                  <a:schemeClr val="bg1"/>
                </a:solidFill>
                <a:latin typeface="Arial" panose="020B0604020202020204" pitchFamily="34" charset="0"/>
                <a:cs typeface="Arial" panose="020B0604020202020204" pitchFamily="34" charset="0"/>
              </a:defRPr>
            </a:lvl1pPr>
            <a:lvl2pPr marL="541687" indent="0">
              <a:buNone/>
              <a:defRPr/>
            </a:lvl2pPr>
            <a:lvl3pPr marL="759622" indent="0">
              <a:buNone/>
              <a:defRPr/>
            </a:lvl3pPr>
            <a:lvl4pPr marL="918321" indent="0">
              <a:buNone/>
              <a:defRPr/>
            </a:lvl4pPr>
            <a:lvl5pPr marL="1068552" indent="0">
              <a:buNone/>
              <a:defRPr/>
            </a:lvl5pPr>
          </a:lstStyle>
          <a:p>
            <a:pPr lvl="0"/>
            <a:r>
              <a:rPr lang="en-GB" dirty="0"/>
              <a:t>Presentation Subtitle</a:t>
            </a:r>
          </a:p>
        </p:txBody>
      </p:sp>
      <p:sp>
        <p:nvSpPr>
          <p:cNvPr id="15" name="Title"/>
          <p:cNvSpPr>
            <a:spLocks noGrp="1"/>
          </p:cNvSpPr>
          <p:nvPr userDrawn="1">
            <p:ph type="body" sz="quarter" idx="14" hasCustomPrompt="1"/>
          </p:nvPr>
        </p:nvSpPr>
        <p:spPr>
          <a:xfrm>
            <a:off x="925841" y="1823170"/>
            <a:ext cx="6882295" cy="1241286"/>
          </a:xfrm>
          <a:prstGeom prst="rect">
            <a:avLst/>
          </a:prstGeom>
          <a:effectLst/>
        </p:spPr>
        <p:txBody>
          <a:bodyPr>
            <a:noAutofit/>
          </a:bodyPr>
          <a:lstStyle>
            <a:lvl1pPr marL="0" indent="0">
              <a:lnSpc>
                <a:spcPts val="4000"/>
              </a:lnSpc>
              <a:spcBef>
                <a:spcPts val="0"/>
              </a:spcBef>
              <a:buFontTx/>
              <a:buNone/>
              <a:defRPr lang="en-US" sz="4000" b="1" i="0" u="none" strike="noStrike" cap="none" baseline="0" dirty="0" smtClean="0">
                <a:solidFill>
                  <a:schemeClr val="bg1"/>
                </a:solidFill>
                <a:latin typeface="Arial" panose="020B0604020202020204" pitchFamily="34" charset="0"/>
                <a:ea typeface="Arial" panose="020B0604020202020204" pitchFamily="34" charset="0"/>
                <a:cs typeface="Arial" panose="020B0604020202020204" pitchFamily="34" charset="0"/>
                <a:sym typeface="Arial"/>
              </a:defRPr>
            </a:lvl1pPr>
          </a:lstStyle>
          <a:p>
            <a:pPr marL="0" lvl="0" indent="0" algn="l" rtl="0" eaLnBrk="1" fontAlgn="base" hangingPunct="1">
              <a:lnSpc>
                <a:spcPct val="85000"/>
              </a:lnSpc>
              <a:spcBef>
                <a:spcPts val="0"/>
              </a:spcBef>
              <a:spcAft>
                <a:spcPts val="0"/>
              </a:spcAft>
              <a:buClr>
                <a:schemeClr val="tx2"/>
              </a:buClr>
              <a:buSzPts val="1400"/>
              <a:buFont typeface="Arial" panose="020B0604020202020204" pitchFamily="34" charset="0"/>
              <a:buNone/>
            </a:pPr>
            <a:r>
              <a:rPr lang="en-US" kern="0" dirty="0"/>
              <a:t>Presentation Title</a:t>
            </a:r>
          </a:p>
        </p:txBody>
      </p:sp>
      <p:pic>
        <p:nvPicPr>
          <p:cNvPr id="5" name="Graphic 4">
            <a:extLst>
              <a:ext uri="{FF2B5EF4-FFF2-40B4-BE49-F238E27FC236}">
                <a16:creationId xmlns:a16="http://schemas.microsoft.com/office/drawing/2014/main" id="{4B646B97-D87F-E7F2-70F6-BFBAA1F87EA3}"/>
              </a:ext>
            </a:extLst>
          </p:cNvPr>
          <p:cNvPicPr>
            <a:picLocks noGrp="1" noRot="1" noChangeAspect="1" noMove="1" noResize="1" noEditPoints="1" noAdjustHandles="1" noChangeArrowheads="1" noChangeShapeType="1" noCrop="1"/>
          </p:cNvPicPr>
          <p:nvPr userDrawn="1"/>
        </p:nvPicPr>
        <p:blipFill>
          <a:blip>
            <a:extLst>
              <a:ext uri="{96DAC541-7B7A-43D3-8B79-37D633B846F1}">
                <asvg:svgBlip xmlns:asvg="http://schemas.microsoft.com/office/drawing/2016/SVG/main" r:embed="rId3"/>
              </a:ext>
            </a:extLst>
          </a:blip>
          <a:stretch>
            <a:fillRect/>
          </a:stretch>
        </p:blipFill>
        <p:spPr>
          <a:xfrm>
            <a:off x="7274540" y="5782430"/>
            <a:ext cx="2747121" cy="117277"/>
          </a:xfrm>
          <a:prstGeom prst="rect">
            <a:avLst/>
          </a:prstGeom>
        </p:spPr>
      </p:pic>
      <p:sp>
        <p:nvSpPr>
          <p:cNvPr id="7" name="Text Placeholder 6">
            <a:extLst>
              <a:ext uri="{FF2B5EF4-FFF2-40B4-BE49-F238E27FC236}">
                <a16:creationId xmlns:a16="http://schemas.microsoft.com/office/drawing/2014/main" id="{15977683-DAC8-C27B-7CE5-284A0D2EFBA1}"/>
              </a:ext>
            </a:extLst>
          </p:cNvPr>
          <p:cNvSpPr>
            <a:spLocks noGrp="1"/>
          </p:cNvSpPr>
          <p:nvPr>
            <p:ph type="body" sz="quarter" idx="15" hasCustomPrompt="1"/>
          </p:nvPr>
        </p:nvSpPr>
        <p:spPr>
          <a:xfrm>
            <a:off x="925841" y="4365868"/>
            <a:ext cx="2200275" cy="300157"/>
          </a:xfrm>
        </p:spPr>
        <p:txBody>
          <a:bodyPr/>
          <a:lstStyle>
            <a:lvl1pPr marL="0" indent="0">
              <a:buNone/>
              <a:defRPr sz="1400">
                <a:solidFill>
                  <a:schemeClr val="bg1"/>
                </a:solidFill>
              </a:defRPr>
            </a:lvl1pPr>
          </a:lstStyle>
          <a:p>
            <a:pPr lvl="0"/>
            <a:r>
              <a:rPr lang="en-US" dirty="0"/>
              <a:t>Date</a:t>
            </a:r>
          </a:p>
        </p:txBody>
      </p:sp>
      <p:pic>
        <p:nvPicPr>
          <p:cNvPr id="8" name="Graphic 7">
            <a:extLst>
              <a:ext uri="{FF2B5EF4-FFF2-40B4-BE49-F238E27FC236}">
                <a16:creationId xmlns:a16="http://schemas.microsoft.com/office/drawing/2014/main" id="{DAF9E839-C5C1-2DB0-16E2-EB75FF99D235}"/>
              </a:ext>
            </a:extLst>
          </p:cNvPr>
          <p:cNvPicPr>
            <a:picLocks noChangeAspect="1"/>
          </p:cNvPicPr>
          <p:nvPr userDrawn="1"/>
        </p:nvPicPr>
        <p:blipFill>
          <a:blip>
            <a:extLst>
              <a:ext uri="{96DAC541-7B7A-43D3-8B79-37D633B846F1}">
                <asvg:svgBlip xmlns:asvg="http://schemas.microsoft.com/office/drawing/2016/SVG/main" r:embed="rId4"/>
              </a:ext>
            </a:extLst>
          </a:blip>
          <a:stretch>
            <a:fillRect/>
          </a:stretch>
        </p:blipFill>
        <p:spPr>
          <a:xfrm>
            <a:off x="1005840" y="554965"/>
            <a:ext cx="2286000" cy="484322"/>
          </a:xfrm>
          <a:prstGeom prst="rect">
            <a:avLst/>
          </a:prstGeom>
        </p:spPr>
      </p:pic>
    </p:spTree>
    <p:extLst>
      <p:ext uri="{BB962C8B-B14F-4D97-AF65-F5344CB8AC3E}">
        <p14:creationId xmlns:p14="http://schemas.microsoft.com/office/powerpoint/2010/main" val="1916940391"/>
      </p:ext>
    </p:extLst>
  </p:cSld>
  <p:clrMapOvr>
    <a:masterClrMapping/>
  </p:clrMapOvr>
  <p:transition>
    <p:fade/>
  </p:transition>
  <p:hf sldNum="0" hdr="0" ftr="0" dt="0"/>
  <p:extLst>
    <p:ext uri="{DCECCB84-F9BA-43D5-87BE-67443E8EF086}">
      <p15:sldGuideLst xmlns:p15="http://schemas.microsoft.com/office/powerpoint/2012/main"/>
    </p:ext>
  </p:extLst>
</p:sldLayout>
</file>

<file path=ppt/slideLayouts/slideLayout2.xml><?xml version="1.0" encoding="utf-8"?>
<p:sldLayout xmlns:a="http://schemas.openxmlformats.org/drawingml/2006/main" xmlns:r="http://schemas.openxmlformats.org/officeDocument/2006/relationships" xmlns:p="http://schemas.openxmlformats.org/presentationml/2006/main" preserve="1" userDrawn="1">
  <p:cSld name="Agenda ">
    <p:bg>
      <p:bgPr>
        <a:solidFill>
          <a:schemeClr val="bg1"/>
        </a:solidFill>
        <a:effectLst/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Rectangle 1">
            <a:extLst>
              <a:ext uri="{FF2B5EF4-FFF2-40B4-BE49-F238E27FC236}">
                <a16:creationId xmlns:a16="http://schemas.microsoft.com/office/drawing/2014/main" id="{9D4C70B7-95CC-3CF5-C32B-86F18C44F1C0}"/>
              </a:ext>
            </a:extLst>
          </p:cNvPr>
          <p:cNvSpPr>
            <a:spLocks noGrp="1" noRot="1" noMove="1" noResize="1" noEditPoints="1" noAdjustHandles="1" noChangeArrowheads="1" noChangeShapeType="1"/>
          </p:cNvSpPr>
          <p:nvPr userDrawn="1"/>
        </p:nvSpPr>
        <p:spPr bwMode="auto">
          <a:xfrm>
            <a:off x="0" y="6363153"/>
            <a:ext cx="10365374" cy="483170"/>
          </a:xfrm>
          <a:prstGeom prst="rect">
            <a:avLst/>
          </a:prstGeom>
          <a:solidFill>
            <a:schemeClr val="bg1"/>
          </a:solidFill>
          <a:ln w="12700" algn="ctr">
            <a:noFill/>
            <a:miter lim="800000"/>
            <a:headEnd/>
            <a:tailEnd/>
          </a:ln>
          <a:effectLst/>
        </p:spPr>
        <p:txBody>
          <a:bodyPr rot="0" spcFirstLastPara="0" vertOverflow="overflow" horzOverflow="overflow" vert="horz" wrap="square" lIns="91440" tIns="45720" rIns="91440" bIns="45720" numCol="1" spcCol="0" rtlCol="0" fromWordArt="0" anchor="ctr" anchorCtr="0" forceAA="0" compatLnSpc="1">
            <a:prstTxWarp prst="textNoShape">
              <a:avLst/>
            </a:prstTxWarp>
            <a:noAutofit/>
          </a:bodyPr>
          <a:lstStyle/>
          <a:p>
            <a:pPr algn="ctr">
              <a:lnSpc>
                <a:spcPct val="80000"/>
              </a:lnSpc>
              <a:spcBef>
                <a:spcPts val="1200"/>
              </a:spcBef>
              <a:spcAft>
                <a:spcPts val="0"/>
              </a:spcAft>
              <a:buSzPct val="115000"/>
            </a:pPr>
            <a:endParaRPr lang="en-US" sz="2400" dirty="0" err="1">
              <a:latin typeface="+mn-lt"/>
            </a:endParaRPr>
          </a:p>
        </p:txBody>
      </p:sp>
      <p:sp>
        <p:nvSpPr>
          <p:cNvPr id="24" name="Rectangle 23">
            <a:extLst>
              <a:ext uri="{FF2B5EF4-FFF2-40B4-BE49-F238E27FC236}">
                <a16:creationId xmlns:a16="http://schemas.microsoft.com/office/drawing/2014/main" id="{62504EDE-2B23-D9FA-8FFA-1E9232839E0D}"/>
              </a:ext>
            </a:extLst>
          </p:cNvPr>
          <p:cNvSpPr>
            <a:spLocks noGrp="1" noRot="1" noMove="1" noResize="1" noEditPoints="1" noAdjustHandles="1" noChangeArrowheads="1" noChangeShapeType="1"/>
          </p:cNvSpPr>
          <p:nvPr userDrawn="1"/>
        </p:nvSpPr>
        <p:spPr bwMode="auto">
          <a:xfrm>
            <a:off x="8693331" y="-1"/>
            <a:ext cx="3495493" cy="6858000"/>
          </a:xfrm>
          <a:prstGeom prst="rect">
            <a:avLst/>
          </a:prstGeom>
          <a:solidFill>
            <a:schemeClr val="bg2"/>
          </a:solidFill>
          <a:ln w="12700" algn="ctr">
            <a:noFill/>
            <a:miter lim="800000"/>
            <a:headEnd/>
            <a:tailEnd/>
          </a:ln>
          <a:effectLst/>
        </p:spPr>
        <p:txBody>
          <a:bodyPr rot="0" spcFirstLastPara="0" vertOverflow="overflow" horzOverflow="overflow" vert="horz" wrap="square" lIns="91440" tIns="45720" rIns="91440" bIns="45720" numCol="1" spcCol="0" rtlCol="0" fromWordArt="0" anchor="ctr" anchorCtr="0" forceAA="0" compatLnSpc="1">
            <a:prstTxWarp prst="textNoShape">
              <a:avLst/>
            </a:prstTxWarp>
            <a:noAutofit/>
          </a:bodyPr>
          <a:lstStyle/>
          <a:p>
            <a:pPr algn="ctr" rtl="0">
              <a:lnSpc>
                <a:spcPct val="80000"/>
              </a:lnSpc>
              <a:spcBef>
                <a:spcPts val="1200"/>
              </a:spcBef>
              <a:spcAft>
                <a:spcPts val="0"/>
              </a:spcAft>
              <a:buSzPct val="115000"/>
            </a:pPr>
            <a:endParaRPr lang="en-US" sz="2400" dirty="0" err="1">
              <a:latin typeface="+mn-lt"/>
            </a:endParaRPr>
          </a:p>
        </p:txBody>
      </p:sp>
      <p:sp>
        <p:nvSpPr>
          <p:cNvPr id="3" name="Rectangle 2">
            <a:extLst>
              <a:ext uri="{FF2B5EF4-FFF2-40B4-BE49-F238E27FC236}">
                <a16:creationId xmlns:a16="http://schemas.microsoft.com/office/drawing/2014/main" id="{8577D332-F4F2-D041-D66C-FDF402D0690A}"/>
              </a:ext>
            </a:extLst>
          </p:cNvPr>
          <p:cNvSpPr>
            <a:spLocks noGrp="1" noRot="1" noMove="1" noResize="1" noEditPoints="1" noAdjustHandles="1" noChangeArrowheads="1" noChangeShapeType="1"/>
          </p:cNvSpPr>
          <p:nvPr userDrawn="1"/>
        </p:nvSpPr>
        <p:spPr bwMode="auto">
          <a:xfrm>
            <a:off x="-3683" y="1423852"/>
            <a:ext cx="9781232" cy="4676502"/>
          </a:xfrm>
          <a:prstGeom prst="rect">
            <a:avLst/>
          </a:prstGeom>
          <a:solidFill>
            <a:schemeClr val="tx2"/>
          </a:solidFill>
          <a:ln w="12700" algn="ctr">
            <a:noFill/>
            <a:miter lim="800000"/>
            <a:headEnd/>
            <a:tailEnd/>
          </a:ln>
          <a:effectLst/>
        </p:spPr>
        <p:txBody>
          <a:bodyPr rot="0" spcFirstLastPara="0" vertOverflow="overflow" horzOverflow="overflow" vert="horz" wrap="square" lIns="91440" tIns="45720" rIns="91440" bIns="45720" numCol="1" spcCol="0" rtlCol="0" fromWordArt="0" anchor="ctr" anchorCtr="0" forceAA="0" compatLnSpc="1">
            <a:prstTxWarp prst="textNoShape">
              <a:avLst/>
            </a:prstTxWarp>
            <a:noAutofit/>
          </a:bodyPr>
          <a:lstStyle/>
          <a:p>
            <a:pPr algn="ctr">
              <a:lnSpc>
                <a:spcPct val="80000"/>
              </a:lnSpc>
              <a:spcBef>
                <a:spcPts val="1200"/>
              </a:spcBef>
              <a:spcAft>
                <a:spcPts val="0"/>
              </a:spcAft>
              <a:buSzPct val="115000"/>
            </a:pPr>
            <a:endParaRPr lang="en-US" sz="2400" dirty="0" err="1">
              <a:latin typeface="+mn-lt"/>
            </a:endParaRPr>
          </a:p>
        </p:txBody>
      </p:sp>
      <p:sp>
        <p:nvSpPr>
          <p:cNvPr id="4" name="Footer Placeholder 3" hidden="1"/>
          <p:cNvSpPr>
            <a:spLocks noGrp="1"/>
          </p:cNvSpPr>
          <p:nvPr userDrawn="1">
            <p:ph type="ftr" sz="quarter" idx="11"/>
          </p:nvPr>
        </p:nvSpPr>
        <p:spPr/>
        <p:txBody>
          <a:bodyPr/>
          <a:lstStyle/>
          <a:p>
            <a:endParaRPr lang="en-US" dirty="0"/>
          </a:p>
        </p:txBody>
      </p:sp>
      <p:sp>
        <p:nvSpPr>
          <p:cNvPr id="6" name="Footer_page number">
            <a:extLst>
              <a:ext uri="{FF2B5EF4-FFF2-40B4-BE49-F238E27FC236}">
                <a16:creationId xmlns:a16="http://schemas.microsoft.com/office/drawing/2014/main" id="{9CD01D99-31BE-42B2-D628-F2E50BEFE569}"/>
              </a:ext>
            </a:extLst>
          </p:cNvPr>
          <p:cNvSpPr txBox="1">
            <a:spLocks/>
          </p:cNvSpPr>
          <p:nvPr userDrawn="1"/>
        </p:nvSpPr>
        <p:spPr>
          <a:xfrm>
            <a:off x="9897959" y="6559936"/>
            <a:ext cx="1840451" cy="269820"/>
          </a:xfrm>
          <a:prstGeom prst="rect">
            <a:avLst/>
          </a:prstGeom>
        </p:spPr>
        <p:txBody>
          <a:bodyPr wrap="square" lIns="121899" tIns="60949" rIns="121899" bIns="60949" anchor="ctr">
            <a:noAutofit/>
          </a:bodyPr>
          <a:lstStyle>
            <a:defPPr>
              <a:defRPr lang="en-US"/>
            </a:defPPr>
            <a:lvl1pPr algn="ctr" rtl="0" fontAlgn="base">
              <a:spcBef>
                <a:spcPct val="20000"/>
              </a:spcBef>
              <a:spcAft>
                <a:spcPct val="0"/>
              </a:spcAft>
              <a:buClr>
                <a:schemeClr val="accent2"/>
              </a:buClr>
              <a:buSzPct val="65000"/>
              <a:buFont typeface="Wingdings" pitchFamily="2" charset="2"/>
              <a:defRPr sz="900" kern="1200">
                <a:solidFill>
                  <a:schemeClr val="bg1"/>
                </a:solidFill>
                <a:latin typeface="+mn-lt"/>
                <a:ea typeface="+mn-ea"/>
                <a:cs typeface="+mn-cs"/>
              </a:defRPr>
            </a:lvl1pPr>
            <a:lvl2pPr marL="457200" algn="l" rtl="0" fontAlgn="base">
              <a:spcBef>
                <a:spcPct val="20000"/>
              </a:spcBef>
              <a:spcAft>
                <a:spcPct val="0"/>
              </a:spcAft>
              <a:buClr>
                <a:schemeClr val="accent2"/>
              </a:buClr>
              <a:buSzPct val="65000"/>
              <a:buFont typeface="Wingdings" pitchFamily="2" charset="2"/>
              <a:defRPr sz="3000" kern="1200">
                <a:solidFill>
                  <a:schemeClr val="tx1"/>
                </a:solidFill>
                <a:latin typeface="Helvetica" pitchFamily="34" charset="0"/>
                <a:ea typeface="+mn-ea"/>
                <a:cs typeface="+mn-cs"/>
              </a:defRPr>
            </a:lvl2pPr>
            <a:lvl3pPr marL="914400" algn="l" rtl="0" fontAlgn="base">
              <a:spcBef>
                <a:spcPct val="20000"/>
              </a:spcBef>
              <a:spcAft>
                <a:spcPct val="0"/>
              </a:spcAft>
              <a:buClr>
                <a:schemeClr val="accent2"/>
              </a:buClr>
              <a:buSzPct val="65000"/>
              <a:buFont typeface="Wingdings" pitchFamily="2" charset="2"/>
              <a:defRPr sz="3000" kern="1200">
                <a:solidFill>
                  <a:schemeClr val="tx1"/>
                </a:solidFill>
                <a:latin typeface="Helvetica" pitchFamily="34" charset="0"/>
                <a:ea typeface="+mn-ea"/>
                <a:cs typeface="+mn-cs"/>
              </a:defRPr>
            </a:lvl3pPr>
            <a:lvl4pPr marL="1371600" algn="l" rtl="0" fontAlgn="base">
              <a:spcBef>
                <a:spcPct val="20000"/>
              </a:spcBef>
              <a:spcAft>
                <a:spcPct val="0"/>
              </a:spcAft>
              <a:buClr>
                <a:schemeClr val="accent2"/>
              </a:buClr>
              <a:buSzPct val="65000"/>
              <a:buFont typeface="Wingdings" pitchFamily="2" charset="2"/>
              <a:defRPr sz="3000" kern="1200">
                <a:solidFill>
                  <a:schemeClr val="tx1"/>
                </a:solidFill>
                <a:latin typeface="Helvetica" pitchFamily="34" charset="0"/>
                <a:ea typeface="+mn-ea"/>
                <a:cs typeface="+mn-cs"/>
              </a:defRPr>
            </a:lvl4pPr>
            <a:lvl5pPr marL="1828800" algn="l" rtl="0" fontAlgn="base">
              <a:spcBef>
                <a:spcPct val="20000"/>
              </a:spcBef>
              <a:spcAft>
                <a:spcPct val="0"/>
              </a:spcAft>
              <a:buClr>
                <a:schemeClr val="accent2"/>
              </a:buClr>
              <a:buSzPct val="65000"/>
              <a:buFont typeface="Wingdings" pitchFamily="2" charset="2"/>
              <a:defRPr sz="3000" kern="1200">
                <a:solidFill>
                  <a:schemeClr val="tx1"/>
                </a:solidFill>
                <a:latin typeface="Helvetica" pitchFamily="34" charset="0"/>
                <a:ea typeface="+mn-ea"/>
                <a:cs typeface="+mn-cs"/>
              </a:defRPr>
            </a:lvl5pPr>
            <a:lvl6pPr marL="2286000" algn="l" defTabSz="914400" rtl="0" eaLnBrk="1" latinLnBrk="0" hangingPunct="1">
              <a:defRPr sz="3000" kern="1200">
                <a:solidFill>
                  <a:schemeClr val="tx1"/>
                </a:solidFill>
                <a:latin typeface="Helvetica" pitchFamily="34" charset="0"/>
                <a:ea typeface="+mn-ea"/>
                <a:cs typeface="+mn-cs"/>
              </a:defRPr>
            </a:lvl6pPr>
            <a:lvl7pPr marL="2743200" algn="l" defTabSz="914400" rtl="0" eaLnBrk="1" latinLnBrk="0" hangingPunct="1">
              <a:defRPr sz="3000" kern="1200">
                <a:solidFill>
                  <a:schemeClr val="tx1"/>
                </a:solidFill>
                <a:latin typeface="Helvetica" pitchFamily="34" charset="0"/>
                <a:ea typeface="+mn-ea"/>
                <a:cs typeface="+mn-cs"/>
              </a:defRPr>
            </a:lvl7pPr>
            <a:lvl8pPr marL="3200400" algn="l" defTabSz="914400" rtl="0" eaLnBrk="1" latinLnBrk="0" hangingPunct="1">
              <a:defRPr sz="3000" kern="1200">
                <a:solidFill>
                  <a:schemeClr val="tx1"/>
                </a:solidFill>
                <a:latin typeface="Helvetica" pitchFamily="34" charset="0"/>
                <a:ea typeface="+mn-ea"/>
                <a:cs typeface="+mn-cs"/>
              </a:defRPr>
            </a:lvl8pPr>
            <a:lvl9pPr marL="3657600" algn="l" defTabSz="914400" rtl="0" eaLnBrk="1" latinLnBrk="0" hangingPunct="1">
              <a:defRPr sz="3000" kern="1200">
                <a:solidFill>
                  <a:schemeClr val="tx1"/>
                </a:solidFill>
                <a:latin typeface="Helvetica" pitchFamily="34" charset="0"/>
                <a:ea typeface="+mn-ea"/>
                <a:cs typeface="+mn-cs"/>
              </a:defRPr>
            </a:lvl9pPr>
          </a:lstStyle>
          <a:p>
            <a:pPr algn="r" fontAlgn="auto">
              <a:spcBef>
                <a:spcPts val="0"/>
              </a:spcBef>
              <a:spcAft>
                <a:spcPts val="0"/>
              </a:spcAft>
              <a:buClrTx/>
              <a:buSzTx/>
              <a:buFontTx/>
              <a:buNone/>
              <a:defRPr/>
            </a:pPr>
            <a:fld id="{349D3042-9933-4C71-BBE3-FA9237566B45}" type="slidenum">
              <a:rPr lang="en-US" sz="1000" kern="0" smtClean="0">
                <a:solidFill>
                  <a:srgbClr val="8A8A8A"/>
                </a:solidFill>
                <a:latin typeface="+mn-lt"/>
                <a:ea typeface="+mn-ea"/>
                <a:cs typeface="+mn-cs"/>
              </a:rPr>
              <a:pPr algn="r" fontAlgn="auto">
                <a:spcBef>
                  <a:spcPts val="0"/>
                </a:spcBef>
                <a:spcAft>
                  <a:spcPts val="0"/>
                </a:spcAft>
                <a:buClrTx/>
                <a:buSzTx/>
                <a:buFontTx/>
                <a:buNone/>
                <a:defRPr/>
              </a:pPr>
              <a:t>‹#›</a:t>
            </a:fld>
            <a:endParaRPr lang="en-US" sz="1100" kern="0" dirty="0">
              <a:solidFill>
                <a:srgbClr val="8A8A8A"/>
              </a:solidFill>
              <a:latin typeface="+mn-lt"/>
              <a:ea typeface="+mn-ea"/>
              <a:cs typeface="+mn-cs"/>
            </a:endParaRPr>
          </a:p>
        </p:txBody>
      </p:sp>
      <p:sp>
        <p:nvSpPr>
          <p:cNvPr id="9" name="Footer_copyright">
            <a:extLst>
              <a:ext uri="{FF2B5EF4-FFF2-40B4-BE49-F238E27FC236}">
                <a16:creationId xmlns:a16="http://schemas.microsoft.com/office/drawing/2014/main" id="{4F825279-FEDA-92A2-2E79-F33F52F2533D}"/>
              </a:ext>
            </a:extLst>
          </p:cNvPr>
          <p:cNvSpPr txBox="1">
            <a:spLocks/>
          </p:cNvSpPr>
          <p:nvPr userDrawn="1"/>
        </p:nvSpPr>
        <p:spPr>
          <a:xfrm>
            <a:off x="8833612" y="6543258"/>
            <a:ext cx="2744799" cy="304221"/>
          </a:xfrm>
          <a:prstGeom prst="rect">
            <a:avLst/>
          </a:prstGeom>
        </p:spPr>
        <p:txBody>
          <a:bodyPr wrap="square" lIns="121899" tIns="60949" rIns="121899" bIns="60949" anchor="ctr">
            <a:noAutofit/>
          </a:bodyPr>
          <a:lstStyle>
            <a:defPPr>
              <a:defRPr lang="en-US"/>
            </a:defPPr>
            <a:lvl1pPr algn="ctr" rtl="0" fontAlgn="base">
              <a:spcBef>
                <a:spcPct val="20000"/>
              </a:spcBef>
              <a:spcAft>
                <a:spcPct val="0"/>
              </a:spcAft>
              <a:buClr>
                <a:schemeClr val="accent2"/>
              </a:buClr>
              <a:buSzPct val="65000"/>
              <a:buFont typeface="Wingdings" pitchFamily="2" charset="2"/>
              <a:defRPr sz="900" kern="1200">
                <a:solidFill>
                  <a:schemeClr val="bg1"/>
                </a:solidFill>
                <a:latin typeface="+mn-lt"/>
                <a:ea typeface="+mn-ea"/>
                <a:cs typeface="+mn-cs"/>
              </a:defRPr>
            </a:lvl1pPr>
            <a:lvl2pPr marL="457200" algn="l" rtl="0" fontAlgn="base">
              <a:spcBef>
                <a:spcPct val="20000"/>
              </a:spcBef>
              <a:spcAft>
                <a:spcPct val="0"/>
              </a:spcAft>
              <a:buClr>
                <a:schemeClr val="accent2"/>
              </a:buClr>
              <a:buSzPct val="65000"/>
              <a:buFont typeface="Wingdings" pitchFamily="2" charset="2"/>
              <a:defRPr sz="3000" kern="1200">
                <a:solidFill>
                  <a:schemeClr val="tx1"/>
                </a:solidFill>
                <a:latin typeface="Helvetica" pitchFamily="34" charset="0"/>
                <a:ea typeface="+mn-ea"/>
                <a:cs typeface="+mn-cs"/>
              </a:defRPr>
            </a:lvl2pPr>
            <a:lvl3pPr marL="914400" algn="l" rtl="0" fontAlgn="base">
              <a:spcBef>
                <a:spcPct val="20000"/>
              </a:spcBef>
              <a:spcAft>
                <a:spcPct val="0"/>
              </a:spcAft>
              <a:buClr>
                <a:schemeClr val="accent2"/>
              </a:buClr>
              <a:buSzPct val="65000"/>
              <a:buFont typeface="Wingdings" pitchFamily="2" charset="2"/>
              <a:defRPr sz="3000" kern="1200">
                <a:solidFill>
                  <a:schemeClr val="tx1"/>
                </a:solidFill>
                <a:latin typeface="Helvetica" pitchFamily="34" charset="0"/>
                <a:ea typeface="+mn-ea"/>
                <a:cs typeface="+mn-cs"/>
              </a:defRPr>
            </a:lvl3pPr>
            <a:lvl4pPr marL="1371600" algn="l" rtl="0" fontAlgn="base">
              <a:spcBef>
                <a:spcPct val="20000"/>
              </a:spcBef>
              <a:spcAft>
                <a:spcPct val="0"/>
              </a:spcAft>
              <a:buClr>
                <a:schemeClr val="accent2"/>
              </a:buClr>
              <a:buSzPct val="65000"/>
              <a:buFont typeface="Wingdings" pitchFamily="2" charset="2"/>
              <a:defRPr sz="3000" kern="1200">
                <a:solidFill>
                  <a:schemeClr val="tx1"/>
                </a:solidFill>
                <a:latin typeface="Helvetica" pitchFamily="34" charset="0"/>
                <a:ea typeface="+mn-ea"/>
                <a:cs typeface="+mn-cs"/>
              </a:defRPr>
            </a:lvl4pPr>
            <a:lvl5pPr marL="1828800" algn="l" rtl="0" fontAlgn="base">
              <a:spcBef>
                <a:spcPct val="20000"/>
              </a:spcBef>
              <a:spcAft>
                <a:spcPct val="0"/>
              </a:spcAft>
              <a:buClr>
                <a:schemeClr val="accent2"/>
              </a:buClr>
              <a:buSzPct val="65000"/>
              <a:buFont typeface="Wingdings" pitchFamily="2" charset="2"/>
              <a:defRPr sz="3000" kern="1200">
                <a:solidFill>
                  <a:schemeClr val="tx1"/>
                </a:solidFill>
                <a:latin typeface="Helvetica" pitchFamily="34" charset="0"/>
                <a:ea typeface="+mn-ea"/>
                <a:cs typeface="+mn-cs"/>
              </a:defRPr>
            </a:lvl5pPr>
            <a:lvl6pPr marL="2286000" algn="l" defTabSz="914400" rtl="0" eaLnBrk="1" latinLnBrk="0" hangingPunct="1">
              <a:defRPr sz="3000" kern="1200">
                <a:solidFill>
                  <a:schemeClr val="tx1"/>
                </a:solidFill>
                <a:latin typeface="Helvetica" pitchFamily="34" charset="0"/>
                <a:ea typeface="+mn-ea"/>
                <a:cs typeface="+mn-cs"/>
              </a:defRPr>
            </a:lvl6pPr>
            <a:lvl7pPr marL="2743200" algn="l" defTabSz="914400" rtl="0" eaLnBrk="1" latinLnBrk="0" hangingPunct="1">
              <a:defRPr sz="3000" kern="1200">
                <a:solidFill>
                  <a:schemeClr val="tx1"/>
                </a:solidFill>
                <a:latin typeface="Helvetica" pitchFamily="34" charset="0"/>
                <a:ea typeface="+mn-ea"/>
                <a:cs typeface="+mn-cs"/>
              </a:defRPr>
            </a:lvl7pPr>
            <a:lvl8pPr marL="3200400" algn="l" defTabSz="914400" rtl="0" eaLnBrk="1" latinLnBrk="0" hangingPunct="1">
              <a:defRPr sz="3000" kern="1200">
                <a:solidFill>
                  <a:schemeClr val="tx1"/>
                </a:solidFill>
                <a:latin typeface="Helvetica" pitchFamily="34" charset="0"/>
                <a:ea typeface="+mn-ea"/>
                <a:cs typeface="+mn-cs"/>
              </a:defRPr>
            </a:lvl8pPr>
            <a:lvl9pPr marL="3657600" algn="l" defTabSz="914400" rtl="0" eaLnBrk="1" latinLnBrk="0" hangingPunct="1">
              <a:defRPr sz="3000" kern="1200">
                <a:solidFill>
                  <a:schemeClr val="tx1"/>
                </a:solidFill>
                <a:latin typeface="Helvetica" pitchFamily="34" charset="0"/>
                <a:ea typeface="+mn-ea"/>
                <a:cs typeface="+mn-cs"/>
              </a:defRPr>
            </a:lvl9pPr>
          </a:lstStyle>
          <a:p>
            <a:pPr algn="l" rtl="0" fontAlgn="auto">
              <a:spcBef>
                <a:spcPts val="0"/>
              </a:spcBef>
              <a:spcAft>
                <a:spcPts val="0"/>
              </a:spcAft>
              <a:buClrTx/>
              <a:buSzTx/>
              <a:buFontTx/>
              <a:buNone/>
              <a:defRPr/>
            </a:pPr>
            <a:r>
              <a:rPr lang="en-US" sz="900" kern="0" dirty="0">
                <a:solidFill>
                  <a:schemeClr val="bg1">
                    <a:lumMod val="50000"/>
                  </a:schemeClr>
                </a:solidFill>
              </a:rPr>
              <a:t>©2026 Check Point Software Technologies</a:t>
            </a:r>
            <a:r>
              <a:rPr lang="en-US" sz="900" kern="0" baseline="0" dirty="0">
                <a:solidFill>
                  <a:schemeClr val="bg1">
                    <a:lumMod val="50000"/>
                  </a:schemeClr>
                </a:solidFill>
              </a:rPr>
              <a:t> </a:t>
            </a:r>
            <a:r>
              <a:rPr lang="en-US" sz="900" kern="0" dirty="0">
                <a:solidFill>
                  <a:schemeClr val="bg1">
                    <a:lumMod val="50000"/>
                  </a:schemeClr>
                </a:solidFill>
              </a:rPr>
              <a:t>Ltd. </a:t>
            </a:r>
          </a:p>
        </p:txBody>
      </p:sp>
      <p:sp>
        <p:nvSpPr>
          <p:cNvPr id="5" name="Agenda list">
            <a:extLst>
              <a:ext uri="{FF2B5EF4-FFF2-40B4-BE49-F238E27FC236}">
                <a16:creationId xmlns:a16="http://schemas.microsoft.com/office/drawing/2014/main" id="{F383E0B0-6F30-8351-3898-531B122C59B2}"/>
              </a:ext>
            </a:extLst>
          </p:cNvPr>
          <p:cNvSpPr>
            <a:spLocks noGrp="1"/>
          </p:cNvSpPr>
          <p:nvPr userDrawn="1">
            <p:ph sz="quarter" idx="13"/>
          </p:nvPr>
        </p:nvSpPr>
        <p:spPr>
          <a:xfrm>
            <a:off x="1421608" y="1936434"/>
            <a:ext cx="7465727" cy="2852675"/>
          </a:xfrm>
        </p:spPr>
        <p:txBody>
          <a:bodyPr/>
          <a:lstStyle>
            <a:lvl1pPr marL="0" indent="0">
              <a:lnSpc>
                <a:spcPct val="200000"/>
              </a:lnSpc>
              <a:spcBef>
                <a:spcPts val="0"/>
              </a:spcBef>
              <a:buClr>
                <a:schemeClr val="bg1">
                  <a:lumMod val="65000"/>
                </a:schemeClr>
              </a:buClr>
              <a:buSzPct val="105000"/>
              <a:buFontTx/>
              <a:buNone/>
              <a:defRPr sz="2000">
                <a:solidFill>
                  <a:schemeClr val="bg1"/>
                </a:solidFill>
              </a:defRPr>
            </a:lvl1pPr>
            <a:lvl2pPr marL="576072" indent="-228600">
              <a:buClr>
                <a:schemeClr val="bg1">
                  <a:lumMod val="65000"/>
                </a:schemeClr>
              </a:buClr>
              <a:buFont typeface="Calibri" panose="020F0502020204030204" pitchFamily="34" charset="0"/>
              <a:buChar char="̶"/>
              <a:defRPr sz="2000">
                <a:solidFill>
                  <a:schemeClr val="bg1"/>
                </a:solidFill>
              </a:defRPr>
            </a:lvl2pPr>
            <a:lvl3pPr>
              <a:buClr>
                <a:schemeClr val="bg1">
                  <a:lumMod val="65000"/>
                </a:schemeClr>
              </a:buClr>
              <a:defRPr sz="1800">
                <a:solidFill>
                  <a:schemeClr val="bg1"/>
                </a:solidFill>
              </a:defRPr>
            </a:lvl3pPr>
          </a:lstStyle>
          <a:p>
            <a:pPr lvl="0"/>
            <a:r>
              <a:rPr lang="en-US"/>
              <a:t>Click to edit Master text styles</a:t>
            </a:r>
          </a:p>
        </p:txBody>
      </p:sp>
      <p:pic>
        <p:nvPicPr>
          <p:cNvPr id="11" name="Picture 10">
            <a:extLst>
              <a:ext uri="{FF2B5EF4-FFF2-40B4-BE49-F238E27FC236}">
                <a16:creationId xmlns:a16="http://schemas.microsoft.com/office/drawing/2014/main" id="{28217E32-EE9C-867A-42D4-454164F1B186}"/>
              </a:ext>
            </a:extLst>
          </p:cNvPr>
          <p:cNvPicPr>
            <a:picLocks noGrp="1" noRot="1" noChangeAspect="1" noMove="1" noResize="1" noEditPoints="1" noAdjustHandles="1" noChangeArrowheads="1" noChangeShapeType="1" noCrop="1"/>
          </p:cNvPicPr>
          <p:nvPr userDrawn="1"/>
        </p:nvPicPr>
        <p:blipFill>
          <a:blip r:embed="rId2">
            <a:duotone>
              <a:schemeClr val="bg2">
                <a:shade val="45000"/>
                <a:satMod val="135000"/>
              </a:schemeClr>
              <a:prstClr val="white"/>
            </a:duotone>
            <a:extLst>
              <a:ext uri="{28A0092B-C50C-407E-A947-70E740481C1C}">
                <a14:useLocalDpi xmlns:a14="http://schemas.microsoft.com/office/drawing/2010/main" val="0"/>
              </a:ext>
            </a:extLst>
          </a:blip>
          <a:srcRect/>
          <a:stretch/>
        </p:blipFill>
        <p:spPr>
          <a:xfrm>
            <a:off x="5788025" y="10521"/>
            <a:ext cx="6400800" cy="4638675"/>
          </a:xfrm>
          <a:prstGeom prst="rect">
            <a:avLst/>
          </a:prstGeom>
        </p:spPr>
      </p:pic>
      <p:sp>
        <p:nvSpPr>
          <p:cNvPr id="10" name="Slide Title">
            <a:extLst>
              <a:ext uri="{FF2B5EF4-FFF2-40B4-BE49-F238E27FC236}">
                <a16:creationId xmlns:a16="http://schemas.microsoft.com/office/drawing/2014/main" id="{EB3CFC85-A20C-2625-C388-840D16734A51}"/>
              </a:ext>
            </a:extLst>
          </p:cNvPr>
          <p:cNvSpPr>
            <a:spLocks noGrp="1"/>
          </p:cNvSpPr>
          <p:nvPr userDrawn="1">
            <p:ph type="title"/>
          </p:nvPr>
        </p:nvSpPr>
        <p:spPr>
          <a:xfrm>
            <a:off x="1421609" y="638550"/>
            <a:ext cx="7465725" cy="707289"/>
          </a:xfrm>
        </p:spPr>
        <p:txBody>
          <a:bodyPr/>
          <a:lstStyle>
            <a:lvl1pPr>
              <a:defRPr sz="4000" b="0">
                <a:solidFill>
                  <a:schemeClr val="tx1"/>
                </a:solidFill>
              </a:defRPr>
            </a:lvl1pPr>
          </a:lstStyle>
          <a:p>
            <a:r>
              <a:rPr lang="en-US"/>
              <a:t>Click to edit Master title style</a:t>
            </a:r>
            <a:endParaRPr lang="en-US" dirty="0"/>
          </a:p>
        </p:txBody>
      </p:sp>
      <p:pic>
        <p:nvPicPr>
          <p:cNvPr id="12" name="logo-bottom">
            <a:extLst>
              <a:ext uri="{FF2B5EF4-FFF2-40B4-BE49-F238E27FC236}">
                <a16:creationId xmlns:a16="http://schemas.microsoft.com/office/drawing/2014/main" id="{61103539-A193-5879-B5EE-A6DCCC87340B}"/>
              </a:ext>
            </a:extLst>
          </p:cNvPr>
          <p:cNvPicPr>
            <a:picLocks noChangeAspect="1"/>
          </p:cNvPicPr>
          <p:nvPr userDrawn="1"/>
        </p:nvPicPr>
        <p:blipFill>
          <a:blip>
            <a:extLst>
              <a:ext uri="{96DAC541-7B7A-43D3-8B79-37D633B846F1}">
                <asvg:svgBlip xmlns:asvg="http://schemas.microsoft.com/office/drawing/2016/SVG/main" r:embed="rId3"/>
              </a:ext>
            </a:extLst>
          </a:blip>
          <a:stretch>
            <a:fillRect/>
          </a:stretch>
        </p:blipFill>
        <p:spPr>
          <a:xfrm>
            <a:off x="612648" y="6554886"/>
            <a:ext cx="992673" cy="210312"/>
          </a:xfrm>
          <a:prstGeom prst="rect">
            <a:avLst/>
          </a:prstGeom>
        </p:spPr>
      </p:pic>
    </p:spTree>
    <p:extLst>
      <p:ext uri="{BB962C8B-B14F-4D97-AF65-F5344CB8AC3E}">
        <p14:creationId xmlns:p14="http://schemas.microsoft.com/office/powerpoint/2010/main" val="1605188739"/>
      </p:ext>
    </p:extLst>
  </p:cSld>
  <p:clrMapOvr>
    <a:masterClrMapping/>
  </p:clrMapOvr>
  <p:transition>
    <p:fade/>
  </p:transition>
  <p:hf sldNum="0" hdr="0" ftr="0" dt="0"/>
  <p:extLst>
    <p:ext uri="{DCECCB84-F9BA-43D5-87BE-67443E8EF086}">
      <p15:sldGuideLst xmlns:p15="http://schemas.microsoft.com/office/powerpoint/2012/main">
        <p15:guide id="1" pos="3839" userDrawn="1">
          <p15:clr>
            <a:srgbClr val="FBAE40"/>
          </p15:clr>
        </p15:guide>
      </p15:sldGuideLst>
    </p:ext>
  </p:extLst>
</p:sldLayout>
</file>

<file path=ppt/slideLayouts/slideLayout3.xml><?xml version="1.0" encoding="utf-8"?>
<p:sldLayout xmlns:a="http://schemas.openxmlformats.org/drawingml/2006/main" xmlns:r="http://schemas.openxmlformats.org/officeDocument/2006/relationships" xmlns:p="http://schemas.openxmlformats.org/presentationml/2006/main" preserve="1" userDrawn="1">
  <p:cSld name="Standard Title and Bullets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4" name="Footer Placeholder 3" hidden="1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 dirty="0"/>
          </a:p>
        </p:txBody>
      </p:sp>
      <p:sp>
        <p:nvSpPr>
          <p:cNvPr id="5" name="Slide Title"/>
          <p:cNvSpPr>
            <a:spLocks noGrp="1"/>
          </p:cNvSpPr>
          <p:nvPr>
            <p:ph type="title"/>
          </p:nvPr>
        </p:nvSpPr>
        <p:spPr>
          <a:xfrm>
            <a:off x="583842" y="460552"/>
            <a:ext cx="11022371" cy="914400"/>
          </a:xfrm>
        </p:spPr>
        <p:txBody>
          <a:bodyPr/>
          <a:lstStyle>
            <a:lvl1pPr>
              <a:defRPr>
                <a:solidFill>
                  <a:schemeClr val="tx2"/>
                </a:solidFill>
              </a:defRPr>
            </a:lvl1pPr>
          </a:lstStyle>
          <a:p>
            <a:r>
              <a:rPr lang="en-US"/>
              <a:t>Click to edit Master title style</a:t>
            </a:r>
            <a:endParaRPr lang="en-US" dirty="0"/>
          </a:p>
        </p:txBody>
      </p:sp>
      <p:sp>
        <p:nvSpPr>
          <p:cNvPr id="6" name="Bullet text"/>
          <p:cNvSpPr>
            <a:spLocks noGrp="1" noChangeArrowheads="1"/>
          </p:cNvSpPr>
          <p:nvPr>
            <p:ph idx="1"/>
          </p:nvPr>
        </p:nvSpPr>
        <p:spPr bwMode="auto">
          <a:xfrm>
            <a:off x="583842" y="1534473"/>
            <a:ext cx="11022371" cy="4767267"/>
          </a:xfrm>
          <a:prstGeom prst="rect">
            <a:avLst/>
          </a:prstGeom>
          <a:noFill/>
          <a:ln>
            <a:noFill/>
          </a:ln>
          <a:effectLst/>
          <a:extLst>
            <a:ext uri="{909E8E84-426E-40DD-AFC4-6F175D3DCCD1}">
              <a14:hiddenFill xmlns:a14="http://schemas.microsoft.com/office/drawing/2010/main">
                <a:solidFill>
                  <a:schemeClr val="accent1"/>
                </a:solidFill>
              </a14:hiddenFill>
            </a:ext>
            <a:ext uri="{91240B29-F687-4F45-9708-019B960494DF}">
              <a14:hiddenLine xmlns:a14="http://schemas.microsoft.com/office/drawing/2010/main" w="9525">
                <a:solidFill>
                  <a:schemeClr val="tx1"/>
                </a:solidFill>
                <a:miter lim="800000"/>
                <a:headEnd/>
                <a:tailEnd/>
              </a14:hiddenLine>
            </a:ext>
            <a:ext uri="{AF507438-7753-43E0-B8FC-AC1667EBCBE1}">
              <a14:hiddenEffects xmlns:a14="http://schemas.microsoft.com/office/drawing/2010/main">
                <a:effectLst>
                  <a:outerShdw dist="35921" dir="2700000" algn="ctr" rotWithShape="0">
                    <a:schemeClr val="bg2"/>
                  </a:outerShdw>
                </a:effectLst>
              </a14:hiddenEffects>
            </a:ext>
          </a:extLst>
        </p:spPr>
        <p:txBody>
          <a:bodyPr vert="horz" wrap="square" lIns="91440" tIns="45720" rIns="91440" bIns="45720" numCol="1" anchor="t" anchorCtr="0" compatLnSpc="1">
            <a:prstTxWarp prst="textNoShape">
              <a:avLst/>
            </a:prstTxWarp>
            <a:noAutofit/>
          </a:bodyPr>
          <a:lstStyle>
            <a:lvl4pPr>
              <a:buClr>
                <a:schemeClr val="bg1">
                  <a:lumMod val="50000"/>
                </a:schemeClr>
              </a:buClr>
              <a:defRPr>
                <a:latin typeface="Arial" panose="020B0604020202020204" pitchFamily="34" charset="0"/>
                <a:cs typeface="Arial" panose="020B0604020202020204" pitchFamily="34" charset="0"/>
              </a:defRPr>
            </a:lvl4pPr>
            <a:lvl5pPr>
              <a:buClr>
                <a:schemeClr val="bg1">
                  <a:lumMod val="50000"/>
                </a:schemeClr>
              </a:buClr>
              <a:defRPr>
                <a:latin typeface="Arial" panose="020B0604020202020204" pitchFamily="34" charset="0"/>
                <a:cs typeface="Arial" panose="020B0604020202020204" pitchFamily="34" charset="0"/>
              </a:defRPr>
            </a:lvl5pPr>
          </a:lstStyle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  <a:endParaRPr lang="en-US" dirty="0"/>
          </a:p>
        </p:txBody>
      </p:sp>
    </p:spTree>
    <p:extLst>
      <p:ext uri="{BB962C8B-B14F-4D97-AF65-F5344CB8AC3E}">
        <p14:creationId xmlns:p14="http://schemas.microsoft.com/office/powerpoint/2010/main" val="326287193"/>
      </p:ext>
    </p:extLst>
  </p:cSld>
  <p:clrMapOvr>
    <a:masterClrMapping/>
  </p:clrMapOvr>
  <p:transition>
    <p:fade/>
  </p:transition>
  <p:hf sldNum="0" hdr="0" ftr="0" dt="0"/>
</p:sldLayout>
</file>

<file path=ppt/slideLayouts/slideLayout4.xml><?xml version="1.0" encoding="utf-8"?>
<p:sldLayout xmlns:a="http://schemas.openxmlformats.org/drawingml/2006/main" xmlns:r="http://schemas.openxmlformats.org/officeDocument/2006/relationships" xmlns:p="http://schemas.openxmlformats.org/presentationml/2006/main" preserve="1" userDrawn="1">
  <p:cSld name="Topic slide 1">
    <p:bg>
      <p:bgPr>
        <a:solidFill>
          <a:schemeClr val="bg1"/>
        </a:solidFill>
        <a:effectLst/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Rectangle 1">
            <a:extLst>
              <a:ext uri="{FF2B5EF4-FFF2-40B4-BE49-F238E27FC236}">
                <a16:creationId xmlns:a16="http://schemas.microsoft.com/office/drawing/2014/main" id="{86FAE8BA-6D5F-1567-56D3-0B961B3FF122}"/>
              </a:ext>
            </a:extLst>
          </p:cNvPr>
          <p:cNvSpPr>
            <a:spLocks noGrp="1" noRot="1" noMove="1" noResize="1" noEditPoints="1" noAdjustHandles="1" noChangeArrowheads="1" noChangeShapeType="1"/>
          </p:cNvSpPr>
          <p:nvPr userDrawn="1"/>
        </p:nvSpPr>
        <p:spPr bwMode="auto">
          <a:xfrm>
            <a:off x="2" y="0"/>
            <a:ext cx="12188823" cy="6858000"/>
          </a:xfrm>
          <a:prstGeom prst="rect">
            <a:avLst/>
          </a:prstGeom>
          <a:solidFill>
            <a:schemeClr val="tx2"/>
          </a:solidFill>
          <a:ln w="12700" algn="ctr">
            <a:noFill/>
            <a:miter lim="800000"/>
            <a:headEnd/>
            <a:tailEnd/>
          </a:ln>
          <a:effectLst/>
        </p:spPr>
        <p:txBody>
          <a:bodyPr rot="0" spcFirstLastPara="0" vertOverflow="overflow" horzOverflow="overflow" vert="horz" wrap="square" lIns="91440" tIns="45720" rIns="91440" bIns="45720" numCol="1" spcCol="0" rtlCol="0" fromWordArt="0" anchor="ctr" anchorCtr="0" forceAA="0" compatLnSpc="1">
            <a:prstTxWarp prst="textNoShape">
              <a:avLst/>
            </a:prstTxWarp>
            <a:noAutofit/>
          </a:bodyPr>
          <a:lstStyle/>
          <a:p>
            <a:pPr algn="ctr">
              <a:lnSpc>
                <a:spcPct val="80000"/>
              </a:lnSpc>
              <a:spcBef>
                <a:spcPts val="1200"/>
              </a:spcBef>
              <a:spcAft>
                <a:spcPts val="0"/>
              </a:spcAft>
              <a:buSzPct val="115000"/>
            </a:pPr>
            <a:endParaRPr lang="en-US" sz="2400" dirty="0" err="1">
              <a:latin typeface="+mn-lt"/>
            </a:endParaRPr>
          </a:p>
        </p:txBody>
      </p:sp>
      <p:sp>
        <p:nvSpPr>
          <p:cNvPr id="4" name="Footer Placeholder 3" hidden="1"/>
          <p:cNvSpPr>
            <a:spLocks noGrp="1"/>
          </p:cNvSpPr>
          <p:nvPr userDrawn="1">
            <p:ph type="ftr" sz="quarter" idx="11"/>
          </p:nvPr>
        </p:nvSpPr>
        <p:spPr/>
        <p:txBody>
          <a:bodyPr/>
          <a:lstStyle/>
          <a:p>
            <a:endParaRPr lang="en-US" dirty="0"/>
          </a:p>
        </p:txBody>
      </p:sp>
      <p:sp>
        <p:nvSpPr>
          <p:cNvPr id="9" name="Footer_page number">
            <a:extLst>
              <a:ext uri="{FF2B5EF4-FFF2-40B4-BE49-F238E27FC236}">
                <a16:creationId xmlns:a16="http://schemas.microsoft.com/office/drawing/2014/main" id="{77E68BC6-0991-4CDD-33A8-7A576967E072}"/>
              </a:ext>
            </a:extLst>
          </p:cNvPr>
          <p:cNvSpPr txBox="1">
            <a:spLocks/>
          </p:cNvSpPr>
          <p:nvPr userDrawn="1"/>
        </p:nvSpPr>
        <p:spPr>
          <a:xfrm>
            <a:off x="9897959" y="6559936"/>
            <a:ext cx="1840451" cy="269820"/>
          </a:xfrm>
          <a:prstGeom prst="rect">
            <a:avLst/>
          </a:prstGeom>
        </p:spPr>
        <p:txBody>
          <a:bodyPr wrap="square" lIns="121899" tIns="60949" rIns="121899" bIns="60949" anchor="ctr">
            <a:noAutofit/>
          </a:bodyPr>
          <a:lstStyle>
            <a:defPPr>
              <a:defRPr lang="en-US"/>
            </a:defPPr>
            <a:lvl1pPr algn="ctr" rtl="0" fontAlgn="base">
              <a:spcBef>
                <a:spcPct val="20000"/>
              </a:spcBef>
              <a:spcAft>
                <a:spcPct val="0"/>
              </a:spcAft>
              <a:buClr>
                <a:schemeClr val="accent2"/>
              </a:buClr>
              <a:buSzPct val="65000"/>
              <a:buFont typeface="Wingdings" pitchFamily="2" charset="2"/>
              <a:defRPr sz="900" kern="1200">
                <a:solidFill>
                  <a:schemeClr val="bg1"/>
                </a:solidFill>
                <a:latin typeface="+mn-lt"/>
                <a:ea typeface="+mn-ea"/>
                <a:cs typeface="+mn-cs"/>
              </a:defRPr>
            </a:lvl1pPr>
            <a:lvl2pPr marL="457200" algn="l" rtl="0" fontAlgn="base">
              <a:spcBef>
                <a:spcPct val="20000"/>
              </a:spcBef>
              <a:spcAft>
                <a:spcPct val="0"/>
              </a:spcAft>
              <a:buClr>
                <a:schemeClr val="accent2"/>
              </a:buClr>
              <a:buSzPct val="65000"/>
              <a:buFont typeface="Wingdings" pitchFamily="2" charset="2"/>
              <a:defRPr sz="3000" kern="1200">
                <a:solidFill>
                  <a:schemeClr val="tx1"/>
                </a:solidFill>
                <a:latin typeface="Helvetica" pitchFamily="34" charset="0"/>
                <a:ea typeface="+mn-ea"/>
                <a:cs typeface="+mn-cs"/>
              </a:defRPr>
            </a:lvl2pPr>
            <a:lvl3pPr marL="914400" algn="l" rtl="0" fontAlgn="base">
              <a:spcBef>
                <a:spcPct val="20000"/>
              </a:spcBef>
              <a:spcAft>
                <a:spcPct val="0"/>
              </a:spcAft>
              <a:buClr>
                <a:schemeClr val="accent2"/>
              </a:buClr>
              <a:buSzPct val="65000"/>
              <a:buFont typeface="Wingdings" pitchFamily="2" charset="2"/>
              <a:defRPr sz="3000" kern="1200">
                <a:solidFill>
                  <a:schemeClr val="tx1"/>
                </a:solidFill>
                <a:latin typeface="Helvetica" pitchFamily="34" charset="0"/>
                <a:ea typeface="+mn-ea"/>
                <a:cs typeface="+mn-cs"/>
              </a:defRPr>
            </a:lvl3pPr>
            <a:lvl4pPr marL="1371600" algn="l" rtl="0" fontAlgn="base">
              <a:spcBef>
                <a:spcPct val="20000"/>
              </a:spcBef>
              <a:spcAft>
                <a:spcPct val="0"/>
              </a:spcAft>
              <a:buClr>
                <a:schemeClr val="accent2"/>
              </a:buClr>
              <a:buSzPct val="65000"/>
              <a:buFont typeface="Wingdings" pitchFamily="2" charset="2"/>
              <a:defRPr sz="3000" kern="1200">
                <a:solidFill>
                  <a:schemeClr val="tx1"/>
                </a:solidFill>
                <a:latin typeface="Helvetica" pitchFamily="34" charset="0"/>
                <a:ea typeface="+mn-ea"/>
                <a:cs typeface="+mn-cs"/>
              </a:defRPr>
            </a:lvl4pPr>
            <a:lvl5pPr marL="1828800" algn="l" rtl="0" fontAlgn="base">
              <a:spcBef>
                <a:spcPct val="20000"/>
              </a:spcBef>
              <a:spcAft>
                <a:spcPct val="0"/>
              </a:spcAft>
              <a:buClr>
                <a:schemeClr val="accent2"/>
              </a:buClr>
              <a:buSzPct val="65000"/>
              <a:buFont typeface="Wingdings" pitchFamily="2" charset="2"/>
              <a:defRPr sz="3000" kern="1200">
                <a:solidFill>
                  <a:schemeClr val="tx1"/>
                </a:solidFill>
                <a:latin typeface="Helvetica" pitchFamily="34" charset="0"/>
                <a:ea typeface="+mn-ea"/>
                <a:cs typeface="+mn-cs"/>
              </a:defRPr>
            </a:lvl5pPr>
            <a:lvl6pPr marL="2286000" algn="l" defTabSz="914400" rtl="0" eaLnBrk="1" latinLnBrk="0" hangingPunct="1">
              <a:defRPr sz="3000" kern="1200">
                <a:solidFill>
                  <a:schemeClr val="tx1"/>
                </a:solidFill>
                <a:latin typeface="Helvetica" pitchFamily="34" charset="0"/>
                <a:ea typeface="+mn-ea"/>
                <a:cs typeface="+mn-cs"/>
              </a:defRPr>
            </a:lvl6pPr>
            <a:lvl7pPr marL="2743200" algn="l" defTabSz="914400" rtl="0" eaLnBrk="1" latinLnBrk="0" hangingPunct="1">
              <a:defRPr sz="3000" kern="1200">
                <a:solidFill>
                  <a:schemeClr val="tx1"/>
                </a:solidFill>
                <a:latin typeface="Helvetica" pitchFamily="34" charset="0"/>
                <a:ea typeface="+mn-ea"/>
                <a:cs typeface="+mn-cs"/>
              </a:defRPr>
            </a:lvl7pPr>
            <a:lvl8pPr marL="3200400" algn="l" defTabSz="914400" rtl="0" eaLnBrk="1" latinLnBrk="0" hangingPunct="1">
              <a:defRPr sz="3000" kern="1200">
                <a:solidFill>
                  <a:schemeClr val="tx1"/>
                </a:solidFill>
                <a:latin typeface="Helvetica" pitchFamily="34" charset="0"/>
                <a:ea typeface="+mn-ea"/>
                <a:cs typeface="+mn-cs"/>
              </a:defRPr>
            </a:lvl8pPr>
            <a:lvl9pPr marL="3657600" algn="l" defTabSz="914400" rtl="0" eaLnBrk="1" latinLnBrk="0" hangingPunct="1">
              <a:defRPr sz="3000" kern="1200">
                <a:solidFill>
                  <a:schemeClr val="tx1"/>
                </a:solidFill>
                <a:latin typeface="Helvetica" pitchFamily="34" charset="0"/>
                <a:ea typeface="+mn-ea"/>
                <a:cs typeface="+mn-cs"/>
              </a:defRPr>
            </a:lvl9pPr>
          </a:lstStyle>
          <a:p>
            <a:pPr algn="r" fontAlgn="auto">
              <a:spcBef>
                <a:spcPts val="0"/>
              </a:spcBef>
              <a:spcAft>
                <a:spcPts val="0"/>
              </a:spcAft>
              <a:buClrTx/>
              <a:buSzTx/>
              <a:buFontTx/>
              <a:buNone/>
              <a:defRPr/>
            </a:pPr>
            <a:fld id="{349D3042-9933-4C71-BBE3-FA9237566B45}" type="slidenum">
              <a:rPr lang="en-US" sz="1000" kern="0" smtClean="0">
                <a:solidFill>
                  <a:schemeClr val="tx1"/>
                </a:solidFill>
                <a:latin typeface="+mn-lt"/>
                <a:ea typeface="+mn-ea"/>
                <a:cs typeface="+mn-cs"/>
              </a:rPr>
              <a:pPr algn="r" fontAlgn="auto">
                <a:spcBef>
                  <a:spcPts val="0"/>
                </a:spcBef>
                <a:spcAft>
                  <a:spcPts val="0"/>
                </a:spcAft>
                <a:buClrTx/>
                <a:buSzTx/>
                <a:buFontTx/>
                <a:buNone/>
                <a:defRPr/>
              </a:pPr>
              <a:t>‹#›</a:t>
            </a:fld>
            <a:endParaRPr lang="en-US" sz="1100" kern="0" dirty="0">
              <a:solidFill>
                <a:schemeClr val="tx1"/>
              </a:solidFill>
              <a:latin typeface="+mn-lt"/>
              <a:ea typeface="+mn-ea"/>
              <a:cs typeface="+mn-cs"/>
            </a:endParaRPr>
          </a:p>
        </p:txBody>
      </p:sp>
      <p:sp>
        <p:nvSpPr>
          <p:cNvPr id="13" name="Footer_copyright">
            <a:extLst>
              <a:ext uri="{FF2B5EF4-FFF2-40B4-BE49-F238E27FC236}">
                <a16:creationId xmlns:a16="http://schemas.microsoft.com/office/drawing/2014/main" id="{6BE2CD37-0D27-30C2-A993-907953BE4CBB}"/>
              </a:ext>
            </a:extLst>
          </p:cNvPr>
          <p:cNvSpPr txBox="1">
            <a:spLocks/>
          </p:cNvSpPr>
          <p:nvPr userDrawn="1"/>
        </p:nvSpPr>
        <p:spPr>
          <a:xfrm>
            <a:off x="8833612" y="6543258"/>
            <a:ext cx="2744799" cy="304221"/>
          </a:xfrm>
          <a:prstGeom prst="rect">
            <a:avLst/>
          </a:prstGeom>
        </p:spPr>
        <p:txBody>
          <a:bodyPr wrap="square" lIns="121899" tIns="60949" rIns="121899" bIns="60949" anchor="ctr">
            <a:noAutofit/>
          </a:bodyPr>
          <a:lstStyle>
            <a:defPPr>
              <a:defRPr lang="en-US"/>
            </a:defPPr>
            <a:lvl1pPr algn="ctr" rtl="0" fontAlgn="base">
              <a:spcBef>
                <a:spcPct val="20000"/>
              </a:spcBef>
              <a:spcAft>
                <a:spcPct val="0"/>
              </a:spcAft>
              <a:buClr>
                <a:schemeClr val="accent2"/>
              </a:buClr>
              <a:buSzPct val="65000"/>
              <a:buFont typeface="Wingdings" pitchFamily="2" charset="2"/>
              <a:defRPr sz="900" kern="1200">
                <a:solidFill>
                  <a:schemeClr val="bg1"/>
                </a:solidFill>
                <a:latin typeface="+mn-lt"/>
                <a:ea typeface="+mn-ea"/>
                <a:cs typeface="+mn-cs"/>
              </a:defRPr>
            </a:lvl1pPr>
            <a:lvl2pPr marL="457200" algn="l" rtl="0" fontAlgn="base">
              <a:spcBef>
                <a:spcPct val="20000"/>
              </a:spcBef>
              <a:spcAft>
                <a:spcPct val="0"/>
              </a:spcAft>
              <a:buClr>
                <a:schemeClr val="accent2"/>
              </a:buClr>
              <a:buSzPct val="65000"/>
              <a:buFont typeface="Wingdings" pitchFamily="2" charset="2"/>
              <a:defRPr sz="3000" kern="1200">
                <a:solidFill>
                  <a:schemeClr val="tx1"/>
                </a:solidFill>
                <a:latin typeface="Helvetica" pitchFamily="34" charset="0"/>
                <a:ea typeface="+mn-ea"/>
                <a:cs typeface="+mn-cs"/>
              </a:defRPr>
            </a:lvl2pPr>
            <a:lvl3pPr marL="914400" algn="l" rtl="0" fontAlgn="base">
              <a:spcBef>
                <a:spcPct val="20000"/>
              </a:spcBef>
              <a:spcAft>
                <a:spcPct val="0"/>
              </a:spcAft>
              <a:buClr>
                <a:schemeClr val="accent2"/>
              </a:buClr>
              <a:buSzPct val="65000"/>
              <a:buFont typeface="Wingdings" pitchFamily="2" charset="2"/>
              <a:defRPr sz="3000" kern="1200">
                <a:solidFill>
                  <a:schemeClr val="tx1"/>
                </a:solidFill>
                <a:latin typeface="Helvetica" pitchFamily="34" charset="0"/>
                <a:ea typeface="+mn-ea"/>
                <a:cs typeface="+mn-cs"/>
              </a:defRPr>
            </a:lvl3pPr>
            <a:lvl4pPr marL="1371600" algn="l" rtl="0" fontAlgn="base">
              <a:spcBef>
                <a:spcPct val="20000"/>
              </a:spcBef>
              <a:spcAft>
                <a:spcPct val="0"/>
              </a:spcAft>
              <a:buClr>
                <a:schemeClr val="accent2"/>
              </a:buClr>
              <a:buSzPct val="65000"/>
              <a:buFont typeface="Wingdings" pitchFamily="2" charset="2"/>
              <a:defRPr sz="3000" kern="1200">
                <a:solidFill>
                  <a:schemeClr val="tx1"/>
                </a:solidFill>
                <a:latin typeface="Helvetica" pitchFamily="34" charset="0"/>
                <a:ea typeface="+mn-ea"/>
                <a:cs typeface="+mn-cs"/>
              </a:defRPr>
            </a:lvl4pPr>
            <a:lvl5pPr marL="1828800" algn="l" rtl="0" fontAlgn="base">
              <a:spcBef>
                <a:spcPct val="20000"/>
              </a:spcBef>
              <a:spcAft>
                <a:spcPct val="0"/>
              </a:spcAft>
              <a:buClr>
                <a:schemeClr val="accent2"/>
              </a:buClr>
              <a:buSzPct val="65000"/>
              <a:buFont typeface="Wingdings" pitchFamily="2" charset="2"/>
              <a:defRPr sz="3000" kern="1200">
                <a:solidFill>
                  <a:schemeClr val="tx1"/>
                </a:solidFill>
                <a:latin typeface="Helvetica" pitchFamily="34" charset="0"/>
                <a:ea typeface="+mn-ea"/>
                <a:cs typeface="+mn-cs"/>
              </a:defRPr>
            </a:lvl5pPr>
            <a:lvl6pPr marL="2286000" algn="l" defTabSz="914400" rtl="0" eaLnBrk="1" latinLnBrk="0" hangingPunct="1">
              <a:defRPr sz="3000" kern="1200">
                <a:solidFill>
                  <a:schemeClr val="tx1"/>
                </a:solidFill>
                <a:latin typeface="Helvetica" pitchFamily="34" charset="0"/>
                <a:ea typeface="+mn-ea"/>
                <a:cs typeface="+mn-cs"/>
              </a:defRPr>
            </a:lvl6pPr>
            <a:lvl7pPr marL="2743200" algn="l" defTabSz="914400" rtl="0" eaLnBrk="1" latinLnBrk="0" hangingPunct="1">
              <a:defRPr sz="3000" kern="1200">
                <a:solidFill>
                  <a:schemeClr val="tx1"/>
                </a:solidFill>
                <a:latin typeface="Helvetica" pitchFamily="34" charset="0"/>
                <a:ea typeface="+mn-ea"/>
                <a:cs typeface="+mn-cs"/>
              </a:defRPr>
            </a:lvl7pPr>
            <a:lvl8pPr marL="3200400" algn="l" defTabSz="914400" rtl="0" eaLnBrk="1" latinLnBrk="0" hangingPunct="1">
              <a:defRPr sz="3000" kern="1200">
                <a:solidFill>
                  <a:schemeClr val="tx1"/>
                </a:solidFill>
                <a:latin typeface="Helvetica" pitchFamily="34" charset="0"/>
                <a:ea typeface="+mn-ea"/>
                <a:cs typeface="+mn-cs"/>
              </a:defRPr>
            </a:lvl8pPr>
            <a:lvl9pPr marL="3657600" algn="l" defTabSz="914400" rtl="0" eaLnBrk="1" latinLnBrk="0" hangingPunct="1">
              <a:defRPr sz="3000" kern="1200">
                <a:solidFill>
                  <a:schemeClr val="tx1"/>
                </a:solidFill>
                <a:latin typeface="Helvetica" pitchFamily="34" charset="0"/>
                <a:ea typeface="+mn-ea"/>
                <a:cs typeface="+mn-cs"/>
              </a:defRPr>
            </a:lvl9pPr>
          </a:lstStyle>
          <a:p>
            <a:pPr algn="l" rtl="0" fontAlgn="auto">
              <a:spcBef>
                <a:spcPts val="0"/>
              </a:spcBef>
              <a:spcAft>
                <a:spcPts val="0"/>
              </a:spcAft>
              <a:buClrTx/>
              <a:buSzTx/>
              <a:buFontTx/>
              <a:buNone/>
              <a:defRPr/>
            </a:pPr>
            <a:r>
              <a:rPr lang="en-US" sz="900" kern="0" dirty="0">
                <a:solidFill>
                  <a:schemeClr val="tx1"/>
                </a:solidFill>
              </a:rPr>
              <a:t>©2026 Check Point Software Technologies</a:t>
            </a:r>
            <a:r>
              <a:rPr lang="en-US" sz="900" kern="0" baseline="0" dirty="0">
                <a:solidFill>
                  <a:schemeClr val="tx1"/>
                </a:solidFill>
              </a:rPr>
              <a:t> </a:t>
            </a:r>
            <a:r>
              <a:rPr lang="en-US" sz="900" kern="0" dirty="0">
                <a:solidFill>
                  <a:schemeClr val="tx1"/>
                </a:solidFill>
              </a:rPr>
              <a:t>Ltd. </a:t>
            </a:r>
          </a:p>
        </p:txBody>
      </p:sp>
      <p:pic>
        <p:nvPicPr>
          <p:cNvPr id="25" name="Picture 24">
            <a:extLst>
              <a:ext uri="{FF2B5EF4-FFF2-40B4-BE49-F238E27FC236}">
                <a16:creationId xmlns:a16="http://schemas.microsoft.com/office/drawing/2014/main" id="{5878F2ED-DA6B-2E29-6A04-FA31C8A09538}"/>
              </a:ext>
            </a:extLst>
          </p:cNvPr>
          <p:cNvPicPr>
            <a:picLocks noChangeAspect="1"/>
          </p:cNvPicPr>
          <p:nvPr userDrawn="1"/>
        </p:nvPicPr>
        <p:blipFill>
          <a:blip r:embed="rId2">
            <a:extLst>
              <a:ext uri="{28A0092B-C50C-407E-A947-70E740481C1C}">
                <a14:useLocalDpi xmlns:a14="http://schemas.microsoft.com/office/drawing/2010/main" val="0"/>
              </a:ext>
            </a:extLst>
          </a:blip>
          <a:stretch>
            <a:fillRect/>
          </a:stretch>
        </p:blipFill>
        <p:spPr>
          <a:xfrm>
            <a:off x="5788025" y="10521"/>
            <a:ext cx="6400800" cy="4638675"/>
          </a:xfrm>
          <a:prstGeom prst="rect">
            <a:avLst/>
          </a:prstGeom>
        </p:spPr>
      </p:pic>
      <p:sp>
        <p:nvSpPr>
          <p:cNvPr id="5" name="Section title">
            <a:extLst>
              <a:ext uri="{FF2B5EF4-FFF2-40B4-BE49-F238E27FC236}">
                <a16:creationId xmlns:a16="http://schemas.microsoft.com/office/drawing/2014/main" id="{D1F4D841-6748-BA27-C3C2-A83D89C3A99E}"/>
              </a:ext>
            </a:extLst>
          </p:cNvPr>
          <p:cNvSpPr>
            <a:spLocks noGrp="1"/>
          </p:cNvSpPr>
          <p:nvPr>
            <p:ph type="body" sz="quarter" idx="13" hasCustomPrompt="1"/>
          </p:nvPr>
        </p:nvSpPr>
        <p:spPr bwMode="white">
          <a:xfrm>
            <a:off x="1297900" y="2221617"/>
            <a:ext cx="5304772" cy="1392022"/>
          </a:xfrm>
          <a:prstGeom prst="rect">
            <a:avLst/>
          </a:prstGeom>
        </p:spPr>
        <p:txBody>
          <a:bodyPr wrap="square" anchor="t" anchorCtr="0">
            <a:noAutofit/>
          </a:bodyPr>
          <a:lstStyle>
            <a:lvl1pPr marL="0" indent="0" algn="l" rtl="0" eaLnBrk="1" fontAlgn="base" hangingPunct="1">
              <a:lnSpc>
                <a:spcPct val="85000"/>
              </a:lnSpc>
              <a:spcBef>
                <a:spcPts val="0"/>
              </a:spcBef>
              <a:spcAft>
                <a:spcPts val="0"/>
              </a:spcAft>
              <a:buSzPts val="1400"/>
              <a:buNone/>
              <a:defRPr lang="en-US" sz="4000" b="1" i="0" u="none" strike="noStrike" cap="none" baseline="0" dirty="0" smtClean="0">
                <a:solidFill>
                  <a:schemeClr val="bg1"/>
                </a:solidFill>
                <a:latin typeface="Arial" panose="020B0604020202020204" pitchFamily="34" charset="0"/>
                <a:ea typeface="Arial" panose="020B0604020202020204" pitchFamily="34" charset="0"/>
                <a:cs typeface="Arial" panose="020B0604020202020204" pitchFamily="34" charset="0"/>
                <a:sym typeface="Arial"/>
              </a:defRPr>
            </a:lvl1pPr>
            <a:lvl5pPr marL="1371360" indent="0">
              <a:buNone/>
              <a:defRPr/>
            </a:lvl5pPr>
          </a:lstStyle>
          <a:p>
            <a:pPr lvl="0"/>
            <a:r>
              <a:rPr lang="en-US" dirty="0"/>
              <a:t>Click to edit </a:t>
            </a:r>
            <a:br>
              <a:rPr lang="en-US" dirty="0"/>
            </a:br>
            <a:r>
              <a:rPr lang="en-US" dirty="0"/>
              <a:t>section topic</a:t>
            </a:r>
          </a:p>
        </p:txBody>
      </p:sp>
      <p:sp>
        <p:nvSpPr>
          <p:cNvPr id="6" name="Rectangle 5">
            <a:extLst>
              <a:ext uri="{FF2B5EF4-FFF2-40B4-BE49-F238E27FC236}">
                <a16:creationId xmlns:a16="http://schemas.microsoft.com/office/drawing/2014/main" id="{C204A2C4-825F-967B-E134-CA2BC12C1951}"/>
              </a:ext>
            </a:extLst>
          </p:cNvPr>
          <p:cNvSpPr/>
          <p:nvPr userDrawn="1"/>
        </p:nvSpPr>
        <p:spPr bwMode="auto">
          <a:xfrm>
            <a:off x="1371600" y="35"/>
            <a:ext cx="1380392" cy="145038"/>
          </a:xfrm>
          <a:prstGeom prst="rect">
            <a:avLst/>
          </a:prstGeom>
          <a:solidFill>
            <a:schemeClr val="bg1"/>
          </a:solidFill>
          <a:ln w="12700" algn="ctr">
            <a:noFill/>
            <a:miter lim="800000"/>
            <a:headEnd/>
            <a:tailEnd/>
          </a:ln>
          <a:effectLst/>
        </p:spPr>
        <p:txBody>
          <a:bodyPr rot="0" spcFirstLastPara="0" vertOverflow="overflow" horzOverflow="overflow" vert="horz" wrap="square" lIns="91440" tIns="45720" rIns="91440" bIns="45720" numCol="1" spcCol="0" rtlCol="0" fromWordArt="0" anchor="ctr" anchorCtr="0" forceAA="0" compatLnSpc="1">
            <a:prstTxWarp prst="textNoShape">
              <a:avLst/>
            </a:prstTxWarp>
            <a:noAutofit/>
          </a:bodyPr>
          <a:lstStyle/>
          <a:p>
            <a:pPr algn="ctr">
              <a:lnSpc>
                <a:spcPct val="80000"/>
              </a:lnSpc>
              <a:spcBef>
                <a:spcPts val="1200"/>
              </a:spcBef>
              <a:spcAft>
                <a:spcPts val="0"/>
              </a:spcAft>
              <a:buSzPct val="115000"/>
            </a:pPr>
            <a:endParaRPr lang="en-US" sz="2400" dirty="0" err="1">
              <a:latin typeface="+mn-lt"/>
            </a:endParaRPr>
          </a:p>
        </p:txBody>
      </p:sp>
      <p:sp>
        <p:nvSpPr>
          <p:cNvPr id="7" name="Section number">
            <a:extLst>
              <a:ext uri="{FF2B5EF4-FFF2-40B4-BE49-F238E27FC236}">
                <a16:creationId xmlns:a16="http://schemas.microsoft.com/office/drawing/2014/main" id="{B5D6EFED-78C0-66A1-9C84-14544F5420A6}"/>
              </a:ext>
            </a:extLst>
          </p:cNvPr>
          <p:cNvSpPr>
            <a:spLocks noGrp="1"/>
          </p:cNvSpPr>
          <p:nvPr>
            <p:ph type="body" sz="quarter" idx="16" hasCustomPrompt="1"/>
          </p:nvPr>
        </p:nvSpPr>
        <p:spPr bwMode="white">
          <a:xfrm>
            <a:off x="1421608" y="562709"/>
            <a:ext cx="2621250" cy="1230923"/>
          </a:xfrm>
          <a:prstGeom prst="rect">
            <a:avLst/>
          </a:prstGeom>
          <a:ln>
            <a:noFill/>
          </a:ln>
        </p:spPr>
        <p:txBody>
          <a:bodyPr anchor="t" anchorCtr="0">
            <a:noAutofit/>
          </a:bodyPr>
          <a:lstStyle>
            <a:lvl1pPr marL="0" indent="0" algn="l">
              <a:lnSpc>
                <a:spcPct val="100000"/>
              </a:lnSpc>
              <a:spcBef>
                <a:spcPts val="0"/>
              </a:spcBef>
              <a:buNone/>
              <a:defRPr lang="en-US" sz="9600" b="0" i="0" u="none" strike="noStrike" cap="all" spc="200" baseline="0" dirty="0" smtClean="0">
                <a:solidFill>
                  <a:schemeClr val="bg1"/>
                </a:solidFill>
                <a:latin typeface="Arial Narrow" panose="020B0606020202030204" pitchFamily="34" charset="0"/>
                <a:ea typeface="Arial Narrow" panose="020B0606020202030204" pitchFamily="34" charset="0"/>
                <a:cs typeface="Arial" panose="020B0604020202020204" pitchFamily="34" charset="0"/>
                <a:sym typeface="Arial"/>
              </a:defRPr>
            </a:lvl1pPr>
            <a:lvl5pPr marL="1371360" indent="0">
              <a:buNone/>
              <a:defRPr/>
            </a:lvl5pPr>
          </a:lstStyle>
          <a:p>
            <a:pPr marL="0" lvl="0" indent="0" algn="l" rtl="0" eaLnBrk="1" fontAlgn="base" hangingPunct="1">
              <a:lnSpc>
                <a:spcPct val="85000"/>
              </a:lnSpc>
              <a:spcBef>
                <a:spcPts val="0"/>
              </a:spcBef>
              <a:spcAft>
                <a:spcPts val="0"/>
              </a:spcAft>
              <a:buClr>
                <a:schemeClr val="tx2"/>
              </a:buClr>
              <a:buSzPts val="1400"/>
              <a:buFont typeface="Arial" panose="020B0604020202020204" pitchFamily="34" charset="0"/>
              <a:buNone/>
            </a:pPr>
            <a:r>
              <a:rPr lang="en-US" dirty="0"/>
              <a:t>00</a:t>
            </a:r>
          </a:p>
        </p:txBody>
      </p:sp>
      <p:pic>
        <p:nvPicPr>
          <p:cNvPr id="3" name="Graphic 2">
            <a:extLst>
              <a:ext uri="{FF2B5EF4-FFF2-40B4-BE49-F238E27FC236}">
                <a16:creationId xmlns:a16="http://schemas.microsoft.com/office/drawing/2014/main" id="{519B1774-B950-23D9-A733-D4EF88120128}"/>
              </a:ext>
            </a:extLst>
          </p:cNvPr>
          <p:cNvPicPr>
            <a:picLocks noChangeAspect="1"/>
          </p:cNvPicPr>
          <p:nvPr userDrawn="1"/>
        </p:nvPicPr>
        <p:blipFill>
          <a:blip>
            <a:extLst>
              <a:ext uri="{96DAC541-7B7A-43D3-8B79-37D633B846F1}">
                <asvg:svgBlip xmlns:asvg="http://schemas.microsoft.com/office/drawing/2016/SVG/main" r:embed="rId3"/>
              </a:ext>
            </a:extLst>
          </a:blip>
          <a:stretch>
            <a:fillRect/>
          </a:stretch>
        </p:blipFill>
        <p:spPr>
          <a:xfrm>
            <a:off x="612648" y="6563220"/>
            <a:ext cx="996696" cy="211165"/>
          </a:xfrm>
          <a:prstGeom prst="rect">
            <a:avLst/>
          </a:prstGeom>
        </p:spPr>
      </p:pic>
    </p:spTree>
    <p:extLst>
      <p:ext uri="{BB962C8B-B14F-4D97-AF65-F5344CB8AC3E}">
        <p14:creationId xmlns:p14="http://schemas.microsoft.com/office/powerpoint/2010/main" val="1860080368"/>
      </p:ext>
    </p:extLst>
  </p:cSld>
  <p:clrMapOvr>
    <a:masterClrMapping/>
  </p:clrMapOvr>
  <p:transition>
    <p:fade/>
  </p:transition>
  <p:hf sldNum="0" hdr="0" ftr="0" dt="0"/>
  <p:extLst>
    <p:ext uri="{DCECCB84-F9BA-43D5-87BE-67443E8EF086}">
      <p15:sldGuideLst xmlns:p15="http://schemas.microsoft.com/office/powerpoint/2012/main"/>
    </p:ext>
  </p:extLst>
</p:sldLayout>
</file>

<file path=ppt/slideLayouts/slideLayout5.xml><?xml version="1.0" encoding="utf-8"?>
<p:sldLayout xmlns:a="http://schemas.openxmlformats.org/drawingml/2006/main" xmlns:r="http://schemas.openxmlformats.org/officeDocument/2006/relationships" xmlns:p="http://schemas.openxmlformats.org/presentationml/2006/main" preserve="1" userDrawn="1">
  <p:cSld name="Topic slide 2">
    <p:bg>
      <p:bgPr>
        <a:solidFill>
          <a:schemeClr val="bg1"/>
        </a:solidFill>
        <a:effectLst/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Rectangle 1">
            <a:extLst>
              <a:ext uri="{FF2B5EF4-FFF2-40B4-BE49-F238E27FC236}">
                <a16:creationId xmlns:a16="http://schemas.microsoft.com/office/drawing/2014/main" id="{86FAE8BA-6D5F-1567-56D3-0B961B3FF122}"/>
              </a:ext>
            </a:extLst>
          </p:cNvPr>
          <p:cNvSpPr/>
          <p:nvPr userDrawn="1"/>
        </p:nvSpPr>
        <p:spPr bwMode="auto">
          <a:xfrm>
            <a:off x="2" y="0"/>
            <a:ext cx="12188823" cy="6858000"/>
          </a:xfrm>
          <a:prstGeom prst="rect">
            <a:avLst/>
          </a:prstGeom>
          <a:solidFill>
            <a:srgbClr val="F2F2F2"/>
          </a:solidFill>
          <a:ln w="12700" algn="ctr">
            <a:noFill/>
            <a:miter lim="800000"/>
            <a:headEnd/>
            <a:tailEnd/>
          </a:ln>
          <a:effectLst/>
        </p:spPr>
        <p:txBody>
          <a:bodyPr rot="0" spcFirstLastPara="0" vertOverflow="overflow" horzOverflow="overflow" vert="horz" wrap="square" lIns="91440" tIns="45720" rIns="91440" bIns="45720" numCol="1" spcCol="0" rtlCol="0" fromWordArt="0" anchor="ctr" anchorCtr="0" forceAA="0" compatLnSpc="1">
            <a:prstTxWarp prst="textNoShape">
              <a:avLst/>
            </a:prstTxWarp>
            <a:noAutofit/>
          </a:bodyPr>
          <a:lstStyle/>
          <a:p>
            <a:pPr algn="ctr">
              <a:lnSpc>
                <a:spcPct val="80000"/>
              </a:lnSpc>
              <a:spcBef>
                <a:spcPts val="1200"/>
              </a:spcBef>
              <a:spcAft>
                <a:spcPts val="0"/>
              </a:spcAft>
              <a:buSzPct val="115000"/>
            </a:pPr>
            <a:endParaRPr lang="en-US" sz="2400" dirty="0" err="1">
              <a:latin typeface="+mn-lt"/>
            </a:endParaRPr>
          </a:p>
        </p:txBody>
      </p:sp>
      <p:pic>
        <p:nvPicPr>
          <p:cNvPr id="21" name="Graphic 20">
            <a:extLst>
              <a:ext uri="{FF2B5EF4-FFF2-40B4-BE49-F238E27FC236}">
                <a16:creationId xmlns:a16="http://schemas.microsoft.com/office/drawing/2014/main" id="{2B8EF3D6-47A1-87C6-E2A1-C5F727199EBE}"/>
              </a:ext>
            </a:extLst>
          </p:cNvPr>
          <p:cNvPicPr>
            <a:picLocks noChangeAspect="1"/>
          </p:cNvPicPr>
          <p:nvPr userDrawn="1"/>
        </p:nvPicPr>
        <p:blipFill>
          <a:blip>
            <a:extLst>
              <a:ext uri="{96DAC541-7B7A-43D3-8B79-37D633B846F1}">
                <asvg:svgBlip xmlns:asvg="http://schemas.microsoft.com/office/drawing/2016/SVG/main" r:embed="rId2"/>
              </a:ext>
            </a:extLst>
          </a:blip>
          <a:stretch>
            <a:fillRect/>
          </a:stretch>
        </p:blipFill>
        <p:spPr>
          <a:xfrm>
            <a:off x="5238245" y="-17056"/>
            <a:ext cx="6950577" cy="5799486"/>
          </a:xfrm>
          <a:prstGeom prst="rect">
            <a:avLst/>
          </a:prstGeom>
        </p:spPr>
      </p:pic>
      <p:sp>
        <p:nvSpPr>
          <p:cNvPr id="18" name="Rectangle 17">
            <a:extLst>
              <a:ext uri="{FF2B5EF4-FFF2-40B4-BE49-F238E27FC236}">
                <a16:creationId xmlns:a16="http://schemas.microsoft.com/office/drawing/2014/main" id="{E4232C3F-A940-A254-AC72-D9E79CBF6925}"/>
              </a:ext>
            </a:extLst>
          </p:cNvPr>
          <p:cNvSpPr/>
          <p:nvPr userDrawn="1"/>
        </p:nvSpPr>
        <p:spPr bwMode="auto">
          <a:xfrm>
            <a:off x="2" y="5133340"/>
            <a:ext cx="12188823" cy="1724660"/>
          </a:xfrm>
          <a:prstGeom prst="rect">
            <a:avLst/>
          </a:prstGeom>
          <a:solidFill>
            <a:schemeClr val="tx2"/>
          </a:solidFill>
          <a:ln w="12700" algn="ctr">
            <a:noFill/>
            <a:miter lim="800000"/>
            <a:headEnd/>
            <a:tailEnd/>
          </a:ln>
          <a:effectLst/>
        </p:spPr>
        <p:txBody>
          <a:bodyPr rot="0" spcFirstLastPara="0" vertOverflow="overflow" horzOverflow="overflow" vert="horz" wrap="square" lIns="91440" tIns="45720" rIns="91440" bIns="45720" numCol="1" spcCol="0" rtlCol="0" fromWordArt="0" anchor="ctr" anchorCtr="0" forceAA="0" compatLnSpc="1">
            <a:prstTxWarp prst="textNoShape">
              <a:avLst/>
            </a:prstTxWarp>
            <a:noAutofit/>
          </a:bodyPr>
          <a:lstStyle/>
          <a:p>
            <a:pPr algn="ctr">
              <a:lnSpc>
                <a:spcPct val="80000"/>
              </a:lnSpc>
              <a:spcBef>
                <a:spcPts val="1200"/>
              </a:spcBef>
              <a:spcAft>
                <a:spcPts val="0"/>
              </a:spcAft>
              <a:buSzPct val="115000"/>
            </a:pPr>
            <a:endParaRPr lang="en-US" sz="2400" dirty="0" err="1">
              <a:latin typeface="+mn-lt"/>
            </a:endParaRPr>
          </a:p>
        </p:txBody>
      </p:sp>
      <p:sp>
        <p:nvSpPr>
          <p:cNvPr id="5" name="Footer Placeholder 4" hidden="1">
            <a:extLst>
              <a:ext uri="{FF2B5EF4-FFF2-40B4-BE49-F238E27FC236}">
                <a16:creationId xmlns:a16="http://schemas.microsoft.com/office/drawing/2014/main" id="{07D8B0E5-E8F6-2449-D847-95AF01DDB7BA}"/>
              </a:ext>
            </a:extLst>
          </p:cNvPr>
          <p:cNvSpPr>
            <a:spLocks noGrp="1"/>
          </p:cNvSpPr>
          <p:nvPr>
            <p:ph type="ftr" sz="quarter" idx="17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11" name="Footer_page number">
            <a:extLst>
              <a:ext uri="{FF2B5EF4-FFF2-40B4-BE49-F238E27FC236}">
                <a16:creationId xmlns:a16="http://schemas.microsoft.com/office/drawing/2014/main" id="{DBFB5F3E-2E09-088A-126E-6C4925A1C28D}"/>
              </a:ext>
            </a:extLst>
          </p:cNvPr>
          <p:cNvSpPr txBox="1">
            <a:spLocks/>
          </p:cNvSpPr>
          <p:nvPr userDrawn="1"/>
        </p:nvSpPr>
        <p:spPr>
          <a:xfrm>
            <a:off x="9897959" y="6559936"/>
            <a:ext cx="1840451" cy="269820"/>
          </a:xfrm>
          <a:prstGeom prst="rect">
            <a:avLst/>
          </a:prstGeom>
        </p:spPr>
        <p:txBody>
          <a:bodyPr wrap="square" lIns="121899" tIns="60949" rIns="121899" bIns="60949" anchor="ctr">
            <a:noAutofit/>
          </a:bodyPr>
          <a:lstStyle>
            <a:defPPr>
              <a:defRPr lang="en-US"/>
            </a:defPPr>
            <a:lvl1pPr algn="ctr" rtl="0" fontAlgn="base">
              <a:spcBef>
                <a:spcPct val="20000"/>
              </a:spcBef>
              <a:spcAft>
                <a:spcPct val="0"/>
              </a:spcAft>
              <a:buClr>
                <a:schemeClr val="accent2"/>
              </a:buClr>
              <a:buSzPct val="65000"/>
              <a:buFont typeface="Wingdings" pitchFamily="2" charset="2"/>
              <a:defRPr sz="900" kern="1200">
                <a:solidFill>
                  <a:schemeClr val="bg1"/>
                </a:solidFill>
                <a:latin typeface="+mn-lt"/>
                <a:ea typeface="+mn-ea"/>
                <a:cs typeface="+mn-cs"/>
              </a:defRPr>
            </a:lvl1pPr>
            <a:lvl2pPr marL="457200" algn="l" rtl="0" fontAlgn="base">
              <a:spcBef>
                <a:spcPct val="20000"/>
              </a:spcBef>
              <a:spcAft>
                <a:spcPct val="0"/>
              </a:spcAft>
              <a:buClr>
                <a:schemeClr val="accent2"/>
              </a:buClr>
              <a:buSzPct val="65000"/>
              <a:buFont typeface="Wingdings" pitchFamily="2" charset="2"/>
              <a:defRPr sz="3000" kern="1200">
                <a:solidFill>
                  <a:schemeClr val="tx1"/>
                </a:solidFill>
                <a:latin typeface="Helvetica" pitchFamily="34" charset="0"/>
                <a:ea typeface="+mn-ea"/>
                <a:cs typeface="+mn-cs"/>
              </a:defRPr>
            </a:lvl2pPr>
            <a:lvl3pPr marL="914400" algn="l" rtl="0" fontAlgn="base">
              <a:spcBef>
                <a:spcPct val="20000"/>
              </a:spcBef>
              <a:spcAft>
                <a:spcPct val="0"/>
              </a:spcAft>
              <a:buClr>
                <a:schemeClr val="accent2"/>
              </a:buClr>
              <a:buSzPct val="65000"/>
              <a:buFont typeface="Wingdings" pitchFamily="2" charset="2"/>
              <a:defRPr sz="3000" kern="1200">
                <a:solidFill>
                  <a:schemeClr val="tx1"/>
                </a:solidFill>
                <a:latin typeface="Helvetica" pitchFamily="34" charset="0"/>
                <a:ea typeface="+mn-ea"/>
                <a:cs typeface="+mn-cs"/>
              </a:defRPr>
            </a:lvl3pPr>
            <a:lvl4pPr marL="1371600" algn="l" rtl="0" fontAlgn="base">
              <a:spcBef>
                <a:spcPct val="20000"/>
              </a:spcBef>
              <a:spcAft>
                <a:spcPct val="0"/>
              </a:spcAft>
              <a:buClr>
                <a:schemeClr val="accent2"/>
              </a:buClr>
              <a:buSzPct val="65000"/>
              <a:buFont typeface="Wingdings" pitchFamily="2" charset="2"/>
              <a:defRPr sz="3000" kern="1200">
                <a:solidFill>
                  <a:schemeClr val="tx1"/>
                </a:solidFill>
                <a:latin typeface="Helvetica" pitchFamily="34" charset="0"/>
                <a:ea typeface="+mn-ea"/>
                <a:cs typeface="+mn-cs"/>
              </a:defRPr>
            </a:lvl4pPr>
            <a:lvl5pPr marL="1828800" algn="l" rtl="0" fontAlgn="base">
              <a:spcBef>
                <a:spcPct val="20000"/>
              </a:spcBef>
              <a:spcAft>
                <a:spcPct val="0"/>
              </a:spcAft>
              <a:buClr>
                <a:schemeClr val="accent2"/>
              </a:buClr>
              <a:buSzPct val="65000"/>
              <a:buFont typeface="Wingdings" pitchFamily="2" charset="2"/>
              <a:defRPr sz="3000" kern="1200">
                <a:solidFill>
                  <a:schemeClr val="tx1"/>
                </a:solidFill>
                <a:latin typeface="Helvetica" pitchFamily="34" charset="0"/>
                <a:ea typeface="+mn-ea"/>
                <a:cs typeface="+mn-cs"/>
              </a:defRPr>
            </a:lvl5pPr>
            <a:lvl6pPr marL="2286000" algn="l" defTabSz="914400" rtl="0" eaLnBrk="1" latinLnBrk="0" hangingPunct="1">
              <a:defRPr sz="3000" kern="1200">
                <a:solidFill>
                  <a:schemeClr val="tx1"/>
                </a:solidFill>
                <a:latin typeface="Helvetica" pitchFamily="34" charset="0"/>
                <a:ea typeface="+mn-ea"/>
                <a:cs typeface="+mn-cs"/>
              </a:defRPr>
            </a:lvl6pPr>
            <a:lvl7pPr marL="2743200" algn="l" defTabSz="914400" rtl="0" eaLnBrk="1" latinLnBrk="0" hangingPunct="1">
              <a:defRPr sz="3000" kern="1200">
                <a:solidFill>
                  <a:schemeClr val="tx1"/>
                </a:solidFill>
                <a:latin typeface="Helvetica" pitchFamily="34" charset="0"/>
                <a:ea typeface="+mn-ea"/>
                <a:cs typeface="+mn-cs"/>
              </a:defRPr>
            </a:lvl7pPr>
            <a:lvl8pPr marL="3200400" algn="l" defTabSz="914400" rtl="0" eaLnBrk="1" latinLnBrk="0" hangingPunct="1">
              <a:defRPr sz="3000" kern="1200">
                <a:solidFill>
                  <a:schemeClr val="tx1"/>
                </a:solidFill>
                <a:latin typeface="Helvetica" pitchFamily="34" charset="0"/>
                <a:ea typeface="+mn-ea"/>
                <a:cs typeface="+mn-cs"/>
              </a:defRPr>
            </a:lvl8pPr>
            <a:lvl9pPr marL="3657600" algn="l" defTabSz="914400" rtl="0" eaLnBrk="1" latinLnBrk="0" hangingPunct="1">
              <a:defRPr sz="3000" kern="1200">
                <a:solidFill>
                  <a:schemeClr val="tx1"/>
                </a:solidFill>
                <a:latin typeface="Helvetica" pitchFamily="34" charset="0"/>
                <a:ea typeface="+mn-ea"/>
                <a:cs typeface="+mn-cs"/>
              </a:defRPr>
            </a:lvl9pPr>
          </a:lstStyle>
          <a:p>
            <a:pPr algn="r" fontAlgn="auto">
              <a:spcBef>
                <a:spcPts val="0"/>
              </a:spcBef>
              <a:spcAft>
                <a:spcPts val="0"/>
              </a:spcAft>
              <a:buClrTx/>
              <a:buSzTx/>
              <a:buFontTx/>
              <a:buNone/>
              <a:defRPr/>
            </a:pPr>
            <a:fld id="{349D3042-9933-4C71-BBE3-FA9237566B45}" type="slidenum">
              <a:rPr lang="en-US" sz="1000" kern="0" smtClean="0">
                <a:solidFill>
                  <a:schemeClr val="tx1"/>
                </a:solidFill>
                <a:latin typeface="+mn-lt"/>
                <a:ea typeface="+mn-ea"/>
                <a:cs typeface="+mn-cs"/>
              </a:rPr>
              <a:pPr algn="r" fontAlgn="auto">
                <a:spcBef>
                  <a:spcPts val="0"/>
                </a:spcBef>
                <a:spcAft>
                  <a:spcPts val="0"/>
                </a:spcAft>
                <a:buClrTx/>
                <a:buSzTx/>
                <a:buFontTx/>
                <a:buNone/>
                <a:defRPr/>
              </a:pPr>
              <a:t>‹#›</a:t>
            </a:fld>
            <a:endParaRPr lang="en-US" sz="1100" kern="0" dirty="0">
              <a:solidFill>
                <a:schemeClr val="tx1"/>
              </a:solidFill>
              <a:latin typeface="+mn-lt"/>
              <a:ea typeface="+mn-ea"/>
              <a:cs typeface="+mn-cs"/>
            </a:endParaRPr>
          </a:p>
        </p:txBody>
      </p:sp>
      <p:sp>
        <p:nvSpPr>
          <p:cNvPr id="12" name="Footer_copyright">
            <a:extLst>
              <a:ext uri="{FF2B5EF4-FFF2-40B4-BE49-F238E27FC236}">
                <a16:creationId xmlns:a16="http://schemas.microsoft.com/office/drawing/2014/main" id="{F72BA0C1-DD17-DAC6-0038-7E76EA805F68}"/>
              </a:ext>
            </a:extLst>
          </p:cNvPr>
          <p:cNvSpPr txBox="1">
            <a:spLocks/>
          </p:cNvSpPr>
          <p:nvPr userDrawn="1"/>
        </p:nvSpPr>
        <p:spPr>
          <a:xfrm>
            <a:off x="8833612" y="6543258"/>
            <a:ext cx="2744799" cy="304221"/>
          </a:xfrm>
          <a:prstGeom prst="rect">
            <a:avLst/>
          </a:prstGeom>
        </p:spPr>
        <p:txBody>
          <a:bodyPr wrap="square" lIns="121899" tIns="60949" rIns="121899" bIns="60949" anchor="ctr">
            <a:noAutofit/>
          </a:bodyPr>
          <a:lstStyle>
            <a:defPPr>
              <a:defRPr lang="en-US"/>
            </a:defPPr>
            <a:lvl1pPr algn="ctr" rtl="0" fontAlgn="base">
              <a:spcBef>
                <a:spcPct val="20000"/>
              </a:spcBef>
              <a:spcAft>
                <a:spcPct val="0"/>
              </a:spcAft>
              <a:buClr>
                <a:schemeClr val="accent2"/>
              </a:buClr>
              <a:buSzPct val="65000"/>
              <a:buFont typeface="Wingdings" pitchFamily="2" charset="2"/>
              <a:defRPr sz="900" kern="1200">
                <a:solidFill>
                  <a:schemeClr val="bg1"/>
                </a:solidFill>
                <a:latin typeface="+mn-lt"/>
                <a:ea typeface="+mn-ea"/>
                <a:cs typeface="+mn-cs"/>
              </a:defRPr>
            </a:lvl1pPr>
            <a:lvl2pPr marL="457200" algn="l" rtl="0" fontAlgn="base">
              <a:spcBef>
                <a:spcPct val="20000"/>
              </a:spcBef>
              <a:spcAft>
                <a:spcPct val="0"/>
              </a:spcAft>
              <a:buClr>
                <a:schemeClr val="accent2"/>
              </a:buClr>
              <a:buSzPct val="65000"/>
              <a:buFont typeface="Wingdings" pitchFamily="2" charset="2"/>
              <a:defRPr sz="3000" kern="1200">
                <a:solidFill>
                  <a:schemeClr val="tx1"/>
                </a:solidFill>
                <a:latin typeface="Helvetica" pitchFamily="34" charset="0"/>
                <a:ea typeface="+mn-ea"/>
                <a:cs typeface="+mn-cs"/>
              </a:defRPr>
            </a:lvl2pPr>
            <a:lvl3pPr marL="914400" algn="l" rtl="0" fontAlgn="base">
              <a:spcBef>
                <a:spcPct val="20000"/>
              </a:spcBef>
              <a:spcAft>
                <a:spcPct val="0"/>
              </a:spcAft>
              <a:buClr>
                <a:schemeClr val="accent2"/>
              </a:buClr>
              <a:buSzPct val="65000"/>
              <a:buFont typeface="Wingdings" pitchFamily="2" charset="2"/>
              <a:defRPr sz="3000" kern="1200">
                <a:solidFill>
                  <a:schemeClr val="tx1"/>
                </a:solidFill>
                <a:latin typeface="Helvetica" pitchFamily="34" charset="0"/>
                <a:ea typeface="+mn-ea"/>
                <a:cs typeface="+mn-cs"/>
              </a:defRPr>
            </a:lvl3pPr>
            <a:lvl4pPr marL="1371600" algn="l" rtl="0" fontAlgn="base">
              <a:spcBef>
                <a:spcPct val="20000"/>
              </a:spcBef>
              <a:spcAft>
                <a:spcPct val="0"/>
              </a:spcAft>
              <a:buClr>
                <a:schemeClr val="accent2"/>
              </a:buClr>
              <a:buSzPct val="65000"/>
              <a:buFont typeface="Wingdings" pitchFamily="2" charset="2"/>
              <a:defRPr sz="3000" kern="1200">
                <a:solidFill>
                  <a:schemeClr val="tx1"/>
                </a:solidFill>
                <a:latin typeface="Helvetica" pitchFamily="34" charset="0"/>
                <a:ea typeface="+mn-ea"/>
                <a:cs typeface="+mn-cs"/>
              </a:defRPr>
            </a:lvl4pPr>
            <a:lvl5pPr marL="1828800" algn="l" rtl="0" fontAlgn="base">
              <a:spcBef>
                <a:spcPct val="20000"/>
              </a:spcBef>
              <a:spcAft>
                <a:spcPct val="0"/>
              </a:spcAft>
              <a:buClr>
                <a:schemeClr val="accent2"/>
              </a:buClr>
              <a:buSzPct val="65000"/>
              <a:buFont typeface="Wingdings" pitchFamily="2" charset="2"/>
              <a:defRPr sz="3000" kern="1200">
                <a:solidFill>
                  <a:schemeClr val="tx1"/>
                </a:solidFill>
                <a:latin typeface="Helvetica" pitchFamily="34" charset="0"/>
                <a:ea typeface="+mn-ea"/>
                <a:cs typeface="+mn-cs"/>
              </a:defRPr>
            </a:lvl5pPr>
            <a:lvl6pPr marL="2286000" algn="l" defTabSz="914400" rtl="0" eaLnBrk="1" latinLnBrk="0" hangingPunct="1">
              <a:defRPr sz="3000" kern="1200">
                <a:solidFill>
                  <a:schemeClr val="tx1"/>
                </a:solidFill>
                <a:latin typeface="Helvetica" pitchFamily="34" charset="0"/>
                <a:ea typeface="+mn-ea"/>
                <a:cs typeface="+mn-cs"/>
              </a:defRPr>
            </a:lvl6pPr>
            <a:lvl7pPr marL="2743200" algn="l" defTabSz="914400" rtl="0" eaLnBrk="1" latinLnBrk="0" hangingPunct="1">
              <a:defRPr sz="3000" kern="1200">
                <a:solidFill>
                  <a:schemeClr val="tx1"/>
                </a:solidFill>
                <a:latin typeface="Helvetica" pitchFamily="34" charset="0"/>
                <a:ea typeface="+mn-ea"/>
                <a:cs typeface="+mn-cs"/>
              </a:defRPr>
            </a:lvl7pPr>
            <a:lvl8pPr marL="3200400" algn="l" defTabSz="914400" rtl="0" eaLnBrk="1" latinLnBrk="0" hangingPunct="1">
              <a:defRPr sz="3000" kern="1200">
                <a:solidFill>
                  <a:schemeClr val="tx1"/>
                </a:solidFill>
                <a:latin typeface="Helvetica" pitchFamily="34" charset="0"/>
                <a:ea typeface="+mn-ea"/>
                <a:cs typeface="+mn-cs"/>
              </a:defRPr>
            </a:lvl8pPr>
            <a:lvl9pPr marL="3657600" algn="l" defTabSz="914400" rtl="0" eaLnBrk="1" latinLnBrk="0" hangingPunct="1">
              <a:defRPr sz="3000" kern="1200">
                <a:solidFill>
                  <a:schemeClr val="tx1"/>
                </a:solidFill>
                <a:latin typeface="Helvetica" pitchFamily="34" charset="0"/>
                <a:ea typeface="+mn-ea"/>
                <a:cs typeface="+mn-cs"/>
              </a:defRPr>
            </a:lvl9pPr>
          </a:lstStyle>
          <a:p>
            <a:pPr algn="l" rtl="0" fontAlgn="auto">
              <a:spcBef>
                <a:spcPts val="0"/>
              </a:spcBef>
              <a:spcAft>
                <a:spcPts val="0"/>
              </a:spcAft>
              <a:buClrTx/>
              <a:buSzTx/>
              <a:buFontTx/>
              <a:buNone/>
              <a:defRPr/>
            </a:pPr>
            <a:r>
              <a:rPr lang="en-US" sz="900" kern="0" dirty="0">
                <a:solidFill>
                  <a:schemeClr val="accent2"/>
                </a:solidFill>
              </a:rPr>
              <a:t>©2026 Check Point Software Technologies</a:t>
            </a:r>
            <a:r>
              <a:rPr lang="en-US" sz="900" kern="0" baseline="0" dirty="0">
                <a:solidFill>
                  <a:schemeClr val="accent2"/>
                </a:solidFill>
              </a:rPr>
              <a:t> </a:t>
            </a:r>
            <a:r>
              <a:rPr lang="en-US" sz="900" kern="0" dirty="0">
                <a:solidFill>
                  <a:schemeClr val="accent2"/>
                </a:solidFill>
              </a:rPr>
              <a:t>Ltd. </a:t>
            </a:r>
          </a:p>
        </p:txBody>
      </p:sp>
      <p:sp>
        <p:nvSpPr>
          <p:cNvPr id="4" name="Section title">
            <a:extLst>
              <a:ext uri="{FF2B5EF4-FFF2-40B4-BE49-F238E27FC236}">
                <a16:creationId xmlns:a16="http://schemas.microsoft.com/office/drawing/2014/main" id="{94C35F47-6BCB-665D-9C96-39716CFB2E0A}"/>
              </a:ext>
            </a:extLst>
          </p:cNvPr>
          <p:cNvSpPr>
            <a:spLocks noGrp="1"/>
          </p:cNvSpPr>
          <p:nvPr>
            <p:ph type="body" sz="quarter" idx="13" hasCustomPrompt="1"/>
          </p:nvPr>
        </p:nvSpPr>
        <p:spPr bwMode="white">
          <a:xfrm>
            <a:off x="1297900" y="2221617"/>
            <a:ext cx="5304772" cy="1392022"/>
          </a:xfrm>
          <a:prstGeom prst="rect">
            <a:avLst/>
          </a:prstGeom>
        </p:spPr>
        <p:txBody>
          <a:bodyPr wrap="square" anchor="t" anchorCtr="0">
            <a:noAutofit/>
          </a:bodyPr>
          <a:lstStyle>
            <a:lvl1pPr marL="0" indent="0" algn="l" rtl="0" eaLnBrk="1" fontAlgn="base" hangingPunct="1">
              <a:lnSpc>
                <a:spcPct val="85000"/>
              </a:lnSpc>
              <a:spcBef>
                <a:spcPts val="0"/>
              </a:spcBef>
              <a:spcAft>
                <a:spcPts val="0"/>
              </a:spcAft>
              <a:buSzPts val="1400"/>
              <a:buNone/>
              <a:defRPr lang="en-US" sz="4000" b="1" i="0" u="none" strike="noStrike" cap="none" baseline="0" dirty="0" smtClean="0">
                <a:solidFill>
                  <a:schemeClr val="tx1"/>
                </a:solidFill>
                <a:latin typeface="Arial" panose="020B0604020202020204" pitchFamily="34" charset="0"/>
                <a:ea typeface="Arial" panose="020B0604020202020204" pitchFamily="34" charset="0"/>
                <a:cs typeface="Arial" panose="020B0604020202020204" pitchFamily="34" charset="0"/>
                <a:sym typeface="Arial"/>
              </a:defRPr>
            </a:lvl1pPr>
            <a:lvl5pPr marL="1371360" indent="0">
              <a:buNone/>
              <a:defRPr/>
            </a:lvl5pPr>
          </a:lstStyle>
          <a:p>
            <a:pPr lvl="0"/>
            <a:r>
              <a:rPr lang="en-US" dirty="0"/>
              <a:t>Click to edit </a:t>
            </a:r>
            <a:br>
              <a:rPr lang="en-US" dirty="0"/>
            </a:br>
            <a:r>
              <a:rPr lang="en-US" dirty="0"/>
              <a:t>section topic</a:t>
            </a:r>
          </a:p>
        </p:txBody>
      </p:sp>
      <p:sp>
        <p:nvSpPr>
          <p:cNvPr id="6" name="Rectangle 5">
            <a:extLst>
              <a:ext uri="{FF2B5EF4-FFF2-40B4-BE49-F238E27FC236}">
                <a16:creationId xmlns:a16="http://schemas.microsoft.com/office/drawing/2014/main" id="{09FB5881-7CA9-C17C-CDA5-75EE97C9E8B9}"/>
              </a:ext>
            </a:extLst>
          </p:cNvPr>
          <p:cNvSpPr/>
          <p:nvPr userDrawn="1"/>
        </p:nvSpPr>
        <p:spPr bwMode="auto">
          <a:xfrm>
            <a:off x="1371600" y="35"/>
            <a:ext cx="1380392" cy="145038"/>
          </a:xfrm>
          <a:prstGeom prst="rect">
            <a:avLst/>
          </a:prstGeom>
          <a:solidFill>
            <a:schemeClr val="tx2"/>
          </a:solidFill>
          <a:ln w="12700" algn="ctr">
            <a:noFill/>
            <a:miter lim="800000"/>
            <a:headEnd/>
            <a:tailEnd/>
          </a:ln>
          <a:effectLst/>
        </p:spPr>
        <p:txBody>
          <a:bodyPr rot="0" spcFirstLastPara="0" vertOverflow="overflow" horzOverflow="overflow" vert="horz" wrap="square" lIns="91440" tIns="45720" rIns="91440" bIns="45720" numCol="1" spcCol="0" rtlCol="0" fromWordArt="0" anchor="ctr" anchorCtr="0" forceAA="0" compatLnSpc="1">
            <a:prstTxWarp prst="textNoShape">
              <a:avLst/>
            </a:prstTxWarp>
            <a:noAutofit/>
          </a:bodyPr>
          <a:lstStyle/>
          <a:p>
            <a:pPr algn="ctr">
              <a:lnSpc>
                <a:spcPct val="80000"/>
              </a:lnSpc>
              <a:spcBef>
                <a:spcPts val="1200"/>
              </a:spcBef>
              <a:spcAft>
                <a:spcPts val="0"/>
              </a:spcAft>
              <a:buSzPct val="115000"/>
            </a:pPr>
            <a:endParaRPr lang="en-US" sz="2400" dirty="0" err="1">
              <a:latin typeface="+mn-lt"/>
            </a:endParaRPr>
          </a:p>
        </p:txBody>
      </p:sp>
      <p:sp>
        <p:nvSpPr>
          <p:cNvPr id="7" name="Section number">
            <a:extLst>
              <a:ext uri="{FF2B5EF4-FFF2-40B4-BE49-F238E27FC236}">
                <a16:creationId xmlns:a16="http://schemas.microsoft.com/office/drawing/2014/main" id="{D1D3418C-4885-8D40-60B1-91586595CEC9}"/>
              </a:ext>
            </a:extLst>
          </p:cNvPr>
          <p:cNvSpPr>
            <a:spLocks noGrp="1"/>
          </p:cNvSpPr>
          <p:nvPr>
            <p:ph type="body" sz="quarter" idx="16" hasCustomPrompt="1"/>
          </p:nvPr>
        </p:nvSpPr>
        <p:spPr bwMode="white">
          <a:xfrm>
            <a:off x="1421608" y="562709"/>
            <a:ext cx="2621250" cy="1230923"/>
          </a:xfrm>
          <a:prstGeom prst="rect">
            <a:avLst/>
          </a:prstGeom>
          <a:ln>
            <a:noFill/>
          </a:ln>
        </p:spPr>
        <p:txBody>
          <a:bodyPr anchor="t" anchorCtr="0">
            <a:noAutofit/>
          </a:bodyPr>
          <a:lstStyle>
            <a:lvl1pPr marL="0" indent="0" algn="l">
              <a:lnSpc>
                <a:spcPct val="100000"/>
              </a:lnSpc>
              <a:spcBef>
                <a:spcPts val="0"/>
              </a:spcBef>
              <a:buNone/>
              <a:defRPr lang="en-US" sz="9600" b="0" i="0" u="none" strike="noStrike" cap="all" spc="200" baseline="0" dirty="0" smtClean="0">
                <a:solidFill>
                  <a:schemeClr val="tx1"/>
                </a:solidFill>
                <a:latin typeface="Arial Narrow" panose="020B0606020202030204" pitchFamily="34" charset="0"/>
                <a:ea typeface="Arial Narrow" panose="020B0606020202030204" pitchFamily="34" charset="0"/>
                <a:cs typeface="Arial" panose="020B0604020202020204" pitchFamily="34" charset="0"/>
                <a:sym typeface="Arial"/>
              </a:defRPr>
            </a:lvl1pPr>
            <a:lvl5pPr marL="1371360" indent="0">
              <a:buNone/>
              <a:defRPr/>
            </a:lvl5pPr>
          </a:lstStyle>
          <a:p>
            <a:pPr marL="0" lvl="0" indent="0" algn="l" rtl="0" eaLnBrk="1" fontAlgn="base" hangingPunct="1">
              <a:lnSpc>
                <a:spcPct val="85000"/>
              </a:lnSpc>
              <a:spcBef>
                <a:spcPts val="0"/>
              </a:spcBef>
              <a:spcAft>
                <a:spcPts val="0"/>
              </a:spcAft>
              <a:buClr>
                <a:schemeClr val="tx2"/>
              </a:buClr>
              <a:buSzPts val="1400"/>
              <a:buFont typeface="Arial" panose="020B0604020202020204" pitchFamily="34" charset="0"/>
              <a:buNone/>
            </a:pPr>
            <a:r>
              <a:rPr lang="en-US" dirty="0"/>
              <a:t>00</a:t>
            </a:r>
          </a:p>
        </p:txBody>
      </p:sp>
      <p:pic>
        <p:nvPicPr>
          <p:cNvPr id="8" name="Graphic 7">
            <a:extLst>
              <a:ext uri="{FF2B5EF4-FFF2-40B4-BE49-F238E27FC236}">
                <a16:creationId xmlns:a16="http://schemas.microsoft.com/office/drawing/2014/main" id="{1FE8C9BA-CEA0-9DEE-AD7E-1F72E4C0AAA6}"/>
              </a:ext>
            </a:extLst>
          </p:cNvPr>
          <p:cNvPicPr>
            <a:picLocks noChangeAspect="1"/>
          </p:cNvPicPr>
          <p:nvPr userDrawn="1"/>
        </p:nvPicPr>
        <p:blipFill>
          <a:blip>
            <a:extLst>
              <a:ext uri="{96DAC541-7B7A-43D3-8B79-37D633B846F1}">
                <asvg:svgBlip xmlns:asvg="http://schemas.microsoft.com/office/drawing/2016/SVG/main" r:embed="rId3"/>
              </a:ext>
            </a:extLst>
          </a:blip>
          <a:stretch>
            <a:fillRect/>
          </a:stretch>
        </p:blipFill>
        <p:spPr>
          <a:xfrm>
            <a:off x="612648" y="6563220"/>
            <a:ext cx="996696" cy="211165"/>
          </a:xfrm>
          <a:prstGeom prst="rect">
            <a:avLst/>
          </a:prstGeom>
        </p:spPr>
      </p:pic>
    </p:spTree>
    <p:extLst>
      <p:ext uri="{BB962C8B-B14F-4D97-AF65-F5344CB8AC3E}">
        <p14:creationId xmlns:p14="http://schemas.microsoft.com/office/powerpoint/2010/main" val="4003633190"/>
      </p:ext>
    </p:extLst>
  </p:cSld>
  <p:clrMapOvr>
    <a:masterClrMapping/>
  </p:clrMapOvr>
  <p:transition>
    <p:fade/>
  </p:transition>
  <p:hf sldNum="0" hdr="0" ftr="0" dt="0"/>
  <p:extLst>
    <p:ext uri="{DCECCB84-F9BA-43D5-87BE-67443E8EF086}">
      <p15:sldGuideLst xmlns:p15="http://schemas.microsoft.com/office/powerpoint/2012/main"/>
    </p:ext>
  </p:extLst>
</p:sldLayout>
</file>

<file path=ppt/slideLayouts/slideLayout6.xml><?xml version="1.0" encoding="utf-8"?>
<p:sldLayout xmlns:a="http://schemas.openxmlformats.org/drawingml/2006/main" xmlns:r="http://schemas.openxmlformats.org/officeDocument/2006/relationships" xmlns:p="http://schemas.openxmlformats.org/presentationml/2006/main" preserve="1" userDrawn="1">
  <p:cSld name="Topic slide 3">
    <p:bg>
      <p:bgPr>
        <a:solidFill>
          <a:schemeClr val="bg1"/>
        </a:solidFill>
        <a:effectLst/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8" name="Rectangle 7">
            <a:extLst>
              <a:ext uri="{FF2B5EF4-FFF2-40B4-BE49-F238E27FC236}">
                <a16:creationId xmlns:a16="http://schemas.microsoft.com/office/drawing/2014/main" id="{BE4DC4A3-CF92-1ED7-C6EE-4D6A7D66FCBF}"/>
              </a:ext>
            </a:extLst>
          </p:cNvPr>
          <p:cNvSpPr/>
          <p:nvPr userDrawn="1"/>
        </p:nvSpPr>
        <p:spPr bwMode="auto">
          <a:xfrm>
            <a:off x="0" y="0"/>
            <a:ext cx="12188952" cy="5164572"/>
          </a:xfrm>
          <a:prstGeom prst="rect">
            <a:avLst/>
          </a:prstGeom>
          <a:solidFill>
            <a:schemeClr val="accent2"/>
          </a:solidFill>
          <a:ln w="12700" algn="ctr">
            <a:noFill/>
            <a:miter lim="800000"/>
            <a:headEnd/>
            <a:tailEnd/>
          </a:ln>
          <a:effectLst/>
        </p:spPr>
        <p:txBody>
          <a:bodyPr rot="0" spcFirstLastPara="0" vertOverflow="overflow" horzOverflow="overflow" vert="horz" wrap="square" lIns="91440" tIns="45720" rIns="91440" bIns="45720" numCol="1" spcCol="0" rtlCol="0" fromWordArt="0" anchor="ctr" anchorCtr="0" forceAA="0" compatLnSpc="1">
            <a:prstTxWarp prst="textNoShape">
              <a:avLst/>
            </a:prstTxWarp>
            <a:noAutofit/>
          </a:bodyPr>
          <a:lstStyle/>
          <a:p>
            <a:pPr algn="ctr">
              <a:lnSpc>
                <a:spcPct val="80000"/>
              </a:lnSpc>
              <a:spcBef>
                <a:spcPts val="1200"/>
              </a:spcBef>
              <a:spcAft>
                <a:spcPts val="0"/>
              </a:spcAft>
              <a:buSzPct val="115000"/>
            </a:pPr>
            <a:endParaRPr lang="en-US" sz="2400" dirty="0" err="1">
              <a:latin typeface="+mn-lt"/>
            </a:endParaRPr>
          </a:p>
        </p:txBody>
      </p:sp>
      <p:pic>
        <p:nvPicPr>
          <p:cNvPr id="14" name="Graphic 13">
            <a:extLst>
              <a:ext uri="{FF2B5EF4-FFF2-40B4-BE49-F238E27FC236}">
                <a16:creationId xmlns:a16="http://schemas.microsoft.com/office/drawing/2014/main" id="{4DA00F9A-9616-6910-E6D0-D96153E63D62}"/>
              </a:ext>
            </a:extLst>
          </p:cNvPr>
          <p:cNvPicPr>
            <a:picLocks noChangeAspect="1"/>
          </p:cNvPicPr>
          <p:nvPr userDrawn="1"/>
        </p:nvPicPr>
        <p:blipFill>
          <a:blip>
            <a:extLst>
              <a:ext uri="{96DAC541-7B7A-43D3-8B79-37D633B846F1}">
                <asvg:svgBlip xmlns:asvg="http://schemas.microsoft.com/office/drawing/2016/SVG/main" r:embed="rId2"/>
              </a:ext>
            </a:extLst>
          </a:blip>
          <a:stretch>
            <a:fillRect/>
          </a:stretch>
        </p:blipFill>
        <p:spPr>
          <a:xfrm>
            <a:off x="5238245" y="-17056"/>
            <a:ext cx="6950577" cy="5799486"/>
          </a:xfrm>
          <a:prstGeom prst="rect">
            <a:avLst/>
          </a:prstGeom>
        </p:spPr>
      </p:pic>
      <p:sp>
        <p:nvSpPr>
          <p:cNvPr id="10" name="Rectangle 9">
            <a:extLst>
              <a:ext uri="{FF2B5EF4-FFF2-40B4-BE49-F238E27FC236}">
                <a16:creationId xmlns:a16="http://schemas.microsoft.com/office/drawing/2014/main" id="{02F30224-DB77-8D36-E812-02CF5C8D9AE8}"/>
              </a:ext>
            </a:extLst>
          </p:cNvPr>
          <p:cNvSpPr>
            <a:spLocks noGrp="1" noRot="1" noMove="1" noResize="1" noEditPoints="1" noAdjustHandles="1" noChangeArrowheads="1" noChangeShapeType="1"/>
          </p:cNvSpPr>
          <p:nvPr userDrawn="1"/>
        </p:nvSpPr>
        <p:spPr bwMode="auto">
          <a:xfrm>
            <a:off x="2" y="5133340"/>
            <a:ext cx="12188823" cy="1724660"/>
          </a:xfrm>
          <a:prstGeom prst="rect">
            <a:avLst/>
          </a:prstGeom>
          <a:solidFill>
            <a:schemeClr val="tx2"/>
          </a:solidFill>
          <a:ln w="12700" algn="ctr">
            <a:noFill/>
            <a:miter lim="800000"/>
            <a:headEnd/>
            <a:tailEnd/>
          </a:ln>
          <a:effectLst/>
        </p:spPr>
        <p:txBody>
          <a:bodyPr rot="0" spcFirstLastPara="0" vertOverflow="overflow" horzOverflow="overflow" vert="horz" wrap="square" lIns="91440" tIns="45720" rIns="91440" bIns="45720" numCol="1" spcCol="0" rtlCol="0" fromWordArt="0" anchor="ctr" anchorCtr="0" forceAA="0" compatLnSpc="1">
            <a:prstTxWarp prst="textNoShape">
              <a:avLst/>
            </a:prstTxWarp>
            <a:noAutofit/>
          </a:bodyPr>
          <a:lstStyle/>
          <a:p>
            <a:pPr algn="ctr">
              <a:lnSpc>
                <a:spcPct val="80000"/>
              </a:lnSpc>
              <a:spcBef>
                <a:spcPts val="1200"/>
              </a:spcBef>
              <a:spcAft>
                <a:spcPts val="0"/>
              </a:spcAft>
              <a:buSzPct val="115000"/>
            </a:pPr>
            <a:endParaRPr lang="en-US" sz="2400" dirty="0" err="1">
              <a:latin typeface="+mn-lt"/>
            </a:endParaRPr>
          </a:p>
        </p:txBody>
      </p:sp>
      <p:sp>
        <p:nvSpPr>
          <p:cNvPr id="4" name="Footer Placeholder 3" hidden="1"/>
          <p:cNvSpPr>
            <a:spLocks noGrp="1"/>
          </p:cNvSpPr>
          <p:nvPr userDrawn="1">
            <p:ph type="ftr" sz="quarter" idx="11"/>
          </p:nvPr>
        </p:nvSpPr>
        <p:spPr/>
        <p:txBody>
          <a:bodyPr/>
          <a:lstStyle/>
          <a:p>
            <a:endParaRPr lang="en-US" dirty="0"/>
          </a:p>
        </p:txBody>
      </p:sp>
      <p:sp>
        <p:nvSpPr>
          <p:cNvPr id="9" name="Footer_page number">
            <a:extLst>
              <a:ext uri="{FF2B5EF4-FFF2-40B4-BE49-F238E27FC236}">
                <a16:creationId xmlns:a16="http://schemas.microsoft.com/office/drawing/2014/main" id="{77E68BC6-0991-4CDD-33A8-7A576967E072}"/>
              </a:ext>
            </a:extLst>
          </p:cNvPr>
          <p:cNvSpPr txBox="1">
            <a:spLocks/>
          </p:cNvSpPr>
          <p:nvPr userDrawn="1"/>
        </p:nvSpPr>
        <p:spPr>
          <a:xfrm>
            <a:off x="9897959" y="6559936"/>
            <a:ext cx="1840451" cy="269820"/>
          </a:xfrm>
          <a:prstGeom prst="rect">
            <a:avLst/>
          </a:prstGeom>
        </p:spPr>
        <p:txBody>
          <a:bodyPr wrap="square" lIns="121899" tIns="60949" rIns="121899" bIns="60949" anchor="ctr">
            <a:noAutofit/>
          </a:bodyPr>
          <a:lstStyle>
            <a:defPPr>
              <a:defRPr lang="en-US"/>
            </a:defPPr>
            <a:lvl1pPr algn="ctr" rtl="0" fontAlgn="base">
              <a:spcBef>
                <a:spcPct val="20000"/>
              </a:spcBef>
              <a:spcAft>
                <a:spcPct val="0"/>
              </a:spcAft>
              <a:buClr>
                <a:schemeClr val="accent2"/>
              </a:buClr>
              <a:buSzPct val="65000"/>
              <a:buFont typeface="Wingdings" pitchFamily="2" charset="2"/>
              <a:defRPr sz="900" kern="1200">
                <a:solidFill>
                  <a:schemeClr val="bg1"/>
                </a:solidFill>
                <a:latin typeface="+mn-lt"/>
                <a:ea typeface="+mn-ea"/>
                <a:cs typeface="+mn-cs"/>
              </a:defRPr>
            </a:lvl1pPr>
            <a:lvl2pPr marL="457200" algn="l" rtl="0" fontAlgn="base">
              <a:spcBef>
                <a:spcPct val="20000"/>
              </a:spcBef>
              <a:spcAft>
                <a:spcPct val="0"/>
              </a:spcAft>
              <a:buClr>
                <a:schemeClr val="accent2"/>
              </a:buClr>
              <a:buSzPct val="65000"/>
              <a:buFont typeface="Wingdings" pitchFamily="2" charset="2"/>
              <a:defRPr sz="3000" kern="1200">
                <a:solidFill>
                  <a:schemeClr val="tx1"/>
                </a:solidFill>
                <a:latin typeface="Helvetica" pitchFamily="34" charset="0"/>
                <a:ea typeface="+mn-ea"/>
                <a:cs typeface="+mn-cs"/>
              </a:defRPr>
            </a:lvl2pPr>
            <a:lvl3pPr marL="914400" algn="l" rtl="0" fontAlgn="base">
              <a:spcBef>
                <a:spcPct val="20000"/>
              </a:spcBef>
              <a:spcAft>
                <a:spcPct val="0"/>
              </a:spcAft>
              <a:buClr>
                <a:schemeClr val="accent2"/>
              </a:buClr>
              <a:buSzPct val="65000"/>
              <a:buFont typeface="Wingdings" pitchFamily="2" charset="2"/>
              <a:defRPr sz="3000" kern="1200">
                <a:solidFill>
                  <a:schemeClr val="tx1"/>
                </a:solidFill>
                <a:latin typeface="Helvetica" pitchFamily="34" charset="0"/>
                <a:ea typeface="+mn-ea"/>
                <a:cs typeface="+mn-cs"/>
              </a:defRPr>
            </a:lvl3pPr>
            <a:lvl4pPr marL="1371600" algn="l" rtl="0" fontAlgn="base">
              <a:spcBef>
                <a:spcPct val="20000"/>
              </a:spcBef>
              <a:spcAft>
                <a:spcPct val="0"/>
              </a:spcAft>
              <a:buClr>
                <a:schemeClr val="accent2"/>
              </a:buClr>
              <a:buSzPct val="65000"/>
              <a:buFont typeface="Wingdings" pitchFamily="2" charset="2"/>
              <a:defRPr sz="3000" kern="1200">
                <a:solidFill>
                  <a:schemeClr val="tx1"/>
                </a:solidFill>
                <a:latin typeface="Helvetica" pitchFamily="34" charset="0"/>
                <a:ea typeface="+mn-ea"/>
                <a:cs typeface="+mn-cs"/>
              </a:defRPr>
            </a:lvl4pPr>
            <a:lvl5pPr marL="1828800" algn="l" rtl="0" fontAlgn="base">
              <a:spcBef>
                <a:spcPct val="20000"/>
              </a:spcBef>
              <a:spcAft>
                <a:spcPct val="0"/>
              </a:spcAft>
              <a:buClr>
                <a:schemeClr val="accent2"/>
              </a:buClr>
              <a:buSzPct val="65000"/>
              <a:buFont typeface="Wingdings" pitchFamily="2" charset="2"/>
              <a:defRPr sz="3000" kern="1200">
                <a:solidFill>
                  <a:schemeClr val="tx1"/>
                </a:solidFill>
                <a:latin typeface="Helvetica" pitchFamily="34" charset="0"/>
                <a:ea typeface="+mn-ea"/>
                <a:cs typeface="+mn-cs"/>
              </a:defRPr>
            </a:lvl5pPr>
            <a:lvl6pPr marL="2286000" algn="l" defTabSz="914400" rtl="0" eaLnBrk="1" latinLnBrk="0" hangingPunct="1">
              <a:defRPr sz="3000" kern="1200">
                <a:solidFill>
                  <a:schemeClr val="tx1"/>
                </a:solidFill>
                <a:latin typeface="Helvetica" pitchFamily="34" charset="0"/>
                <a:ea typeface="+mn-ea"/>
                <a:cs typeface="+mn-cs"/>
              </a:defRPr>
            </a:lvl6pPr>
            <a:lvl7pPr marL="2743200" algn="l" defTabSz="914400" rtl="0" eaLnBrk="1" latinLnBrk="0" hangingPunct="1">
              <a:defRPr sz="3000" kern="1200">
                <a:solidFill>
                  <a:schemeClr val="tx1"/>
                </a:solidFill>
                <a:latin typeface="Helvetica" pitchFamily="34" charset="0"/>
                <a:ea typeface="+mn-ea"/>
                <a:cs typeface="+mn-cs"/>
              </a:defRPr>
            </a:lvl7pPr>
            <a:lvl8pPr marL="3200400" algn="l" defTabSz="914400" rtl="0" eaLnBrk="1" latinLnBrk="0" hangingPunct="1">
              <a:defRPr sz="3000" kern="1200">
                <a:solidFill>
                  <a:schemeClr val="tx1"/>
                </a:solidFill>
                <a:latin typeface="Helvetica" pitchFamily="34" charset="0"/>
                <a:ea typeface="+mn-ea"/>
                <a:cs typeface="+mn-cs"/>
              </a:defRPr>
            </a:lvl8pPr>
            <a:lvl9pPr marL="3657600" algn="l" defTabSz="914400" rtl="0" eaLnBrk="1" latinLnBrk="0" hangingPunct="1">
              <a:defRPr sz="3000" kern="1200">
                <a:solidFill>
                  <a:schemeClr val="tx1"/>
                </a:solidFill>
                <a:latin typeface="Helvetica" pitchFamily="34" charset="0"/>
                <a:ea typeface="+mn-ea"/>
                <a:cs typeface="+mn-cs"/>
              </a:defRPr>
            </a:lvl9pPr>
          </a:lstStyle>
          <a:p>
            <a:pPr algn="r" fontAlgn="auto">
              <a:spcBef>
                <a:spcPts val="0"/>
              </a:spcBef>
              <a:spcAft>
                <a:spcPts val="0"/>
              </a:spcAft>
              <a:buClrTx/>
              <a:buSzTx/>
              <a:buFontTx/>
              <a:buNone/>
              <a:defRPr/>
            </a:pPr>
            <a:fld id="{349D3042-9933-4C71-BBE3-FA9237566B45}" type="slidenum">
              <a:rPr lang="en-US" sz="1000" kern="0" smtClean="0">
                <a:solidFill>
                  <a:schemeClr val="tx1"/>
                </a:solidFill>
                <a:latin typeface="+mn-lt"/>
                <a:ea typeface="+mn-ea"/>
                <a:cs typeface="+mn-cs"/>
              </a:rPr>
              <a:pPr algn="r" fontAlgn="auto">
                <a:spcBef>
                  <a:spcPts val="0"/>
                </a:spcBef>
                <a:spcAft>
                  <a:spcPts val="0"/>
                </a:spcAft>
                <a:buClrTx/>
                <a:buSzTx/>
                <a:buFontTx/>
                <a:buNone/>
                <a:defRPr/>
              </a:pPr>
              <a:t>‹#›</a:t>
            </a:fld>
            <a:endParaRPr lang="en-US" sz="1100" kern="0" dirty="0">
              <a:solidFill>
                <a:schemeClr val="tx1"/>
              </a:solidFill>
              <a:latin typeface="+mn-lt"/>
              <a:ea typeface="+mn-ea"/>
              <a:cs typeface="+mn-cs"/>
            </a:endParaRPr>
          </a:p>
        </p:txBody>
      </p:sp>
      <p:sp>
        <p:nvSpPr>
          <p:cNvPr id="13" name="Footer_copyright">
            <a:extLst>
              <a:ext uri="{FF2B5EF4-FFF2-40B4-BE49-F238E27FC236}">
                <a16:creationId xmlns:a16="http://schemas.microsoft.com/office/drawing/2014/main" id="{6BE2CD37-0D27-30C2-A993-907953BE4CBB}"/>
              </a:ext>
            </a:extLst>
          </p:cNvPr>
          <p:cNvSpPr txBox="1">
            <a:spLocks/>
          </p:cNvSpPr>
          <p:nvPr userDrawn="1"/>
        </p:nvSpPr>
        <p:spPr>
          <a:xfrm>
            <a:off x="8833612" y="6543258"/>
            <a:ext cx="2744799" cy="304221"/>
          </a:xfrm>
          <a:prstGeom prst="rect">
            <a:avLst/>
          </a:prstGeom>
        </p:spPr>
        <p:txBody>
          <a:bodyPr wrap="square" lIns="121899" tIns="60949" rIns="121899" bIns="60949" anchor="ctr">
            <a:noAutofit/>
          </a:bodyPr>
          <a:lstStyle>
            <a:defPPr>
              <a:defRPr lang="en-US"/>
            </a:defPPr>
            <a:lvl1pPr algn="ctr" rtl="0" fontAlgn="base">
              <a:spcBef>
                <a:spcPct val="20000"/>
              </a:spcBef>
              <a:spcAft>
                <a:spcPct val="0"/>
              </a:spcAft>
              <a:buClr>
                <a:schemeClr val="accent2"/>
              </a:buClr>
              <a:buSzPct val="65000"/>
              <a:buFont typeface="Wingdings" pitchFamily="2" charset="2"/>
              <a:defRPr sz="900" kern="1200">
                <a:solidFill>
                  <a:schemeClr val="bg1"/>
                </a:solidFill>
                <a:latin typeface="+mn-lt"/>
                <a:ea typeface="+mn-ea"/>
                <a:cs typeface="+mn-cs"/>
              </a:defRPr>
            </a:lvl1pPr>
            <a:lvl2pPr marL="457200" algn="l" rtl="0" fontAlgn="base">
              <a:spcBef>
                <a:spcPct val="20000"/>
              </a:spcBef>
              <a:spcAft>
                <a:spcPct val="0"/>
              </a:spcAft>
              <a:buClr>
                <a:schemeClr val="accent2"/>
              </a:buClr>
              <a:buSzPct val="65000"/>
              <a:buFont typeface="Wingdings" pitchFamily="2" charset="2"/>
              <a:defRPr sz="3000" kern="1200">
                <a:solidFill>
                  <a:schemeClr val="tx1"/>
                </a:solidFill>
                <a:latin typeface="Helvetica" pitchFamily="34" charset="0"/>
                <a:ea typeface="+mn-ea"/>
                <a:cs typeface="+mn-cs"/>
              </a:defRPr>
            </a:lvl2pPr>
            <a:lvl3pPr marL="914400" algn="l" rtl="0" fontAlgn="base">
              <a:spcBef>
                <a:spcPct val="20000"/>
              </a:spcBef>
              <a:spcAft>
                <a:spcPct val="0"/>
              </a:spcAft>
              <a:buClr>
                <a:schemeClr val="accent2"/>
              </a:buClr>
              <a:buSzPct val="65000"/>
              <a:buFont typeface="Wingdings" pitchFamily="2" charset="2"/>
              <a:defRPr sz="3000" kern="1200">
                <a:solidFill>
                  <a:schemeClr val="tx1"/>
                </a:solidFill>
                <a:latin typeface="Helvetica" pitchFamily="34" charset="0"/>
                <a:ea typeface="+mn-ea"/>
                <a:cs typeface="+mn-cs"/>
              </a:defRPr>
            </a:lvl3pPr>
            <a:lvl4pPr marL="1371600" algn="l" rtl="0" fontAlgn="base">
              <a:spcBef>
                <a:spcPct val="20000"/>
              </a:spcBef>
              <a:spcAft>
                <a:spcPct val="0"/>
              </a:spcAft>
              <a:buClr>
                <a:schemeClr val="accent2"/>
              </a:buClr>
              <a:buSzPct val="65000"/>
              <a:buFont typeface="Wingdings" pitchFamily="2" charset="2"/>
              <a:defRPr sz="3000" kern="1200">
                <a:solidFill>
                  <a:schemeClr val="tx1"/>
                </a:solidFill>
                <a:latin typeface="Helvetica" pitchFamily="34" charset="0"/>
                <a:ea typeface="+mn-ea"/>
                <a:cs typeface="+mn-cs"/>
              </a:defRPr>
            </a:lvl4pPr>
            <a:lvl5pPr marL="1828800" algn="l" rtl="0" fontAlgn="base">
              <a:spcBef>
                <a:spcPct val="20000"/>
              </a:spcBef>
              <a:spcAft>
                <a:spcPct val="0"/>
              </a:spcAft>
              <a:buClr>
                <a:schemeClr val="accent2"/>
              </a:buClr>
              <a:buSzPct val="65000"/>
              <a:buFont typeface="Wingdings" pitchFamily="2" charset="2"/>
              <a:defRPr sz="3000" kern="1200">
                <a:solidFill>
                  <a:schemeClr val="tx1"/>
                </a:solidFill>
                <a:latin typeface="Helvetica" pitchFamily="34" charset="0"/>
                <a:ea typeface="+mn-ea"/>
                <a:cs typeface="+mn-cs"/>
              </a:defRPr>
            </a:lvl5pPr>
            <a:lvl6pPr marL="2286000" algn="l" defTabSz="914400" rtl="0" eaLnBrk="1" latinLnBrk="0" hangingPunct="1">
              <a:defRPr sz="3000" kern="1200">
                <a:solidFill>
                  <a:schemeClr val="tx1"/>
                </a:solidFill>
                <a:latin typeface="Helvetica" pitchFamily="34" charset="0"/>
                <a:ea typeface="+mn-ea"/>
                <a:cs typeface="+mn-cs"/>
              </a:defRPr>
            </a:lvl6pPr>
            <a:lvl7pPr marL="2743200" algn="l" defTabSz="914400" rtl="0" eaLnBrk="1" latinLnBrk="0" hangingPunct="1">
              <a:defRPr sz="3000" kern="1200">
                <a:solidFill>
                  <a:schemeClr val="tx1"/>
                </a:solidFill>
                <a:latin typeface="Helvetica" pitchFamily="34" charset="0"/>
                <a:ea typeface="+mn-ea"/>
                <a:cs typeface="+mn-cs"/>
              </a:defRPr>
            </a:lvl7pPr>
            <a:lvl8pPr marL="3200400" algn="l" defTabSz="914400" rtl="0" eaLnBrk="1" latinLnBrk="0" hangingPunct="1">
              <a:defRPr sz="3000" kern="1200">
                <a:solidFill>
                  <a:schemeClr val="tx1"/>
                </a:solidFill>
                <a:latin typeface="Helvetica" pitchFamily="34" charset="0"/>
                <a:ea typeface="+mn-ea"/>
                <a:cs typeface="+mn-cs"/>
              </a:defRPr>
            </a:lvl8pPr>
            <a:lvl9pPr marL="3657600" algn="l" defTabSz="914400" rtl="0" eaLnBrk="1" latinLnBrk="0" hangingPunct="1">
              <a:defRPr sz="3000" kern="1200">
                <a:solidFill>
                  <a:schemeClr val="tx1"/>
                </a:solidFill>
                <a:latin typeface="Helvetica" pitchFamily="34" charset="0"/>
                <a:ea typeface="+mn-ea"/>
                <a:cs typeface="+mn-cs"/>
              </a:defRPr>
            </a:lvl9pPr>
          </a:lstStyle>
          <a:p>
            <a:pPr algn="l" rtl="0" fontAlgn="auto">
              <a:spcBef>
                <a:spcPts val="0"/>
              </a:spcBef>
              <a:spcAft>
                <a:spcPts val="0"/>
              </a:spcAft>
              <a:buClrTx/>
              <a:buSzTx/>
              <a:buFontTx/>
              <a:buNone/>
              <a:defRPr/>
            </a:pPr>
            <a:r>
              <a:rPr lang="en-US" sz="900" kern="0" dirty="0">
                <a:solidFill>
                  <a:schemeClr val="tx1"/>
                </a:solidFill>
              </a:rPr>
              <a:t>©2026 Check Point Software Technologies</a:t>
            </a:r>
            <a:r>
              <a:rPr lang="en-US" sz="900" kern="0" baseline="0" dirty="0">
                <a:solidFill>
                  <a:schemeClr val="tx1"/>
                </a:solidFill>
              </a:rPr>
              <a:t> </a:t>
            </a:r>
            <a:r>
              <a:rPr lang="en-US" sz="900" kern="0" dirty="0">
                <a:solidFill>
                  <a:schemeClr val="tx1"/>
                </a:solidFill>
              </a:rPr>
              <a:t>Ltd. </a:t>
            </a:r>
          </a:p>
        </p:txBody>
      </p:sp>
      <p:sp>
        <p:nvSpPr>
          <p:cNvPr id="2" name="Section title">
            <a:extLst>
              <a:ext uri="{FF2B5EF4-FFF2-40B4-BE49-F238E27FC236}">
                <a16:creationId xmlns:a16="http://schemas.microsoft.com/office/drawing/2014/main" id="{61EEC825-4FAB-346A-208A-7C3416BF3C5B}"/>
              </a:ext>
            </a:extLst>
          </p:cNvPr>
          <p:cNvSpPr>
            <a:spLocks noGrp="1"/>
          </p:cNvSpPr>
          <p:nvPr>
            <p:ph type="body" sz="quarter" idx="13" hasCustomPrompt="1"/>
          </p:nvPr>
        </p:nvSpPr>
        <p:spPr bwMode="white">
          <a:xfrm>
            <a:off x="1297900" y="2221617"/>
            <a:ext cx="5304772" cy="1392022"/>
          </a:xfrm>
          <a:prstGeom prst="rect">
            <a:avLst/>
          </a:prstGeom>
        </p:spPr>
        <p:txBody>
          <a:bodyPr wrap="square" anchor="t" anchorCtr="0">
            <a:noAutofit/>
          </a:bodyPr>
          <a:lstStyle>
            <a:lvl1pPr marL="0" indent="0" algn="l" rtl="0" eaLnBrk="1" fontAlgn="base" hangingPunct="1">
              <a:lnSpc>
                <a:spcPct val="85000"/>
              </a:lnSpc>
              <a:spcBef>
                <a:spcPts val="0"/>
              </a:spcBef>
              <a:spcAft>
                <a:spcPts val="0"/>
              </a:spcAft>
              <a:buSzPts val="1400"/>
              <a:buNone/>
              <a:defRPr lang="en-US" sz="4000" b="1" i="0" u="none" strike="noStrike" cap="none" baseline="0" dirty="0" smtClean="0">
                <a:solidFill>
                  <a:schemeClr val="bg1"/>
                </a:solidFill>
                <a:latin typeface="Arial" panose="020B0604020202020204" pitchFamily="34" charset="0"/>
                <a:ea typeface="Arial" panose="020B0604020202020204" pitchFamily="34" charset="0"/>
                <a:cs typeface="Arial" panose="020B0604020202020204" pitchFamily="34" charset="0"/>
                <a:sym typeface="Arial"/>
              </a:defRPr>
            </a:lvl1pPr>
            <a:lvl5pPr marL="1371360" indent="0">
              <a:buNone/>
              <a:defRPr/>
            </a:lvl5pPr>
          </a:lstStyle>
          <a:p>
            <a:pPr lvl="0"/>
            <a:r>
              <a:rPr lang="en-US" dirty="0"/>
              <a:t>Click to edit </a:t>
            </a:r>
            <a:br>
              <a:rPr lang="en-US" dirty="0"/>
            </a:br>
            <a:r>
              <a:rPr lang="en-US" dirty="0"/>
              <a:t>section topic</a:t>
            </a:r>
          </a:p>
        </p:txBody>
      </p:sp>
      <p:sp>
        <p:nvSpPr>
          <p:cNvPr id="5" name="Rectangle 4">
            <a:extLst>
              <a:ext uri="{FF2B5EF4-FFF2-40B4-BE49-F238E27FC236}">
                <a16:creationId xmlns:a16="http://schemas.microsoft.com/office/drawing/2014/main" id="{E479F268-494C-1120-D6D7-A70A92F1F60D}"/>
              </a:ext>
            </a:extLst>
          </p:cNvPr>
          <p:cNvSpPr>
            <a:spLocks/>
          </p:cNvSpPr>
          <p:nvPr userDrawn="1"/>
        </p:nvSpPr>
        <p:spPr bwMode="auto">
          <a:xfrm>
            <a:off x="1371600" y="35"/>
            <a:ext cx="1380392" cy="145038"/>
          </a:xfrm>
          <a:prstGeom prst="rect">
            <a:avLst/>
          </a:prstGeom>
          <a:solidFill>
            <a:schemeClr val="bg1"/>
          </a:solidFill>
          <a:ln w="12700" algn="ctr">
            <a:noFill/>
            <a:miter lim="800000"/>
            <a:headEnd/>
            <a:tailEnd/>
          </a:ln>
          <a:effectLst/>
        </p:spPr>
        <p:txBody>
          <a:bodyPr rot="0" spcFirstLastPara="0" vertOverflow="overflow" horzOverflow="overflow" vert="horz" wrap="square" lIns="91440" tIns="45720" rIns="91440" bIns="45720" numCol="1" spcCol="0" rtlCol="0" fromWordArt="0" anchor="ctr" anchorCtr="0" forceAA="0" compatLnSpc="1">
            <a:prstTxWarp prst="textNoShape">
              <a:avLst/>
            </a:prstTxWarp>
            <a:noAutofit/>
          </a:bodyPr>
          <a:lstStyle/>
          <a:p>
            <a:pPr algn="ctr">
              <a:lnSpc>
                <a:spcPct val="80000"/>
              </a:lnSpc>
              <a:spcBef>
                <a:spcPts val="1200"/>
              </a:spcBef>
              <a:spcAft>
                <a:spcPts val="0"/>
              </a:spcAft>
              <a:buSzPct val="115000"/>
            </a:pPr>
            <a:endParaRPr lang="en-US" sz="2400" dirty="0" err="1">
              <a:latin typeface="+mn-lt"/>
            </a:endParaRPr>
          </a:p>
        </p:txBody>
      </p:sp>
      <p:sp>
        <p:nvSpPr>
          <p:cNvPr id="6" name="Section number">
            <a:extLst>
              <a:ext uri="{FF2B5EF4-FFF2-40B4-BE49-F238E27FC236}">
                <a16:creationId xmlns:a16="http://schemas.microsoft.com/office/drawing/2014/main" id="{782D38C6-F5ED-C8BF-0A23-873AF3F92779}"/>
              </a:ext>
            </a:extLst>
          </p:cNvPr>
          <p:cNvSpPr>
            <a:spLocks noGrp="1"/>
          </p:cNvSpPr>
          <p:nvPr>
            <p:ph type="body" sz="quarter" idx="16" hasCustomPrompt="1"/>
          </p:nvPr>
        </p:nvSpPr>
        <p:spPr bwMode="white">
          <a:xfrm>
            <a:off x="1421608" y="562709"/>
            <a:ext cx="2621250" cy="1230923"/>
          </a:xfrm>
          <a:prstGeom prst="rect">
            <a:avLst/>
          </a:prstGeom>
          <a:ln>
            <a:noFill/>
          </a:ln>
        </p:spPr>
        <p:txBody>
          <a:bodyPr anchor="t" anchorCtr="0">
            <a:noAutofit/>
          </a:bodyPr>
          <a:lstStyle>
            <a:lvl1pPr marL="0" indent="0" algn="l">
              <a:lnSpc>
                <a:spcPct val="100000"/>
              </a:lnSpc>
              <a:spcBef>
                <a:spcPts val="0"/>
              </a:spcBef>
              <a:buNone/>
              <a:defRPr lang="en-US" sz="9600" b="0" i="0" u="none" strike="noStrike" cap="all" spc="200" baseline="0" dirty="0" smtClean="0">
                <a:solidFill>
                  <a:schemeClr val="bg1"/>
                </a:solidFill>
                <a:latin typeface="Arial Narrow" panose="020B0606020202030204" pitchFamily="34" charset="0"/>
                <a:ea typeface="Arial Narrow" panose="020B0606020202030204" pitchFamily="34" charset="0"/>
                <a:cs typeface="Arial" panose="020B0604020202020204" pitchFamily="34" charset="0"/>
                <a:sym typeface="Arial"/>
              </a:defRPr>
            </a:lvl1pPr>
            <a:lvl5pPr marL="1371360" indent="0">
              <a:buNone/>
              <a:defRPr/>
            </a:lvl5pPr>
          </a:lstStyle>
          <a:p>
            <a:pPr marL="0" lvl="0" indent="0" algn="l" rtl="0" eaLnBrk="1" fontAlgn="base" hangingPunct="1">
              <a:lnSpc>
                <a:spcPct val="85000"/>
              </a:lnSpc>
              <a:spcBef>
                <a:spcPts val="0"/>
              </a:spcBef>
              <a:spcAft>
                <a:spcPts val="0"/>
              </a:spcAft>
              <a:buClr>
                <a:schemeClr val="tx2"/>
              </a:buClr>
              <a:buSzPts val="1400"/>
              <a:buFont typeface="Arial" panose="020B0604020202020204" pitchFamily="34" charset="0"/>
              <a:buNone/>
            </a:pPr>
            <a:r>
              <a:rPr lang="en-US" dirty="0"/>
              <a:t>00</a:t>
            </a:r>
          </a:p>
        </p:txBody>
      </p:sp>
      <p:pic>
        <p:nvPicPr>
          <p:cNvPr id="16" name="Graphic 15">
            <a:extLst>
              <a:ext uri="{FF2B5EF4-FFF2-40B4-BE49-F238E27FC236}">
                <a16:creationId xmlns:a16="http://schemas.microsoft.com/office/drawing/2014/main" id="{0AF95375-1A1D-B598-3B56-398A73F4CB98}"/>
              </a:ext>
            </a:extLst>
          </p:cNvPr>
          <p:cNvPicPr>
            <a:picLocks noChangeAspect="1"/>
          </p:cNvPicPr>
          <p:nvPr userDrawn="1"/>
        </p:nvPicPr>
        <p:blipFill>
          <a:blip>
            <a:extLst>
              <a:ext uri="{96DAC541-7B7A-43D3-8B79-37D633B846F1}">
                <asvg:svgBlip xmlns:asvg="http://schemas.microsoft.com/office/drawing/2016/SVG/main" r:embed="rId3"/>
              </a:ext>
            </a:extLst>
          </a:blip>
          <a:stretch>
            <a:fillRect/>
          </a:stretch>
        </p:blipFill>
        <p:spPr>
          <a:xfrm>
            <a:off x="612648" y="6563220"/>
            <a:ext cx="996696" cy="211165"/>
          </a:xfrm>
          <a:prstGeom prst="rect">
            <a:avLst/>
          </a:prstGeom>
        </p:spPr>
      </p:pic>
    </p:spTree>
    <p:extLst>
      <p:ext uri="{BB962C8B-B14F-4D97-AF65-F5344CB8AC3E}">
        <p14:creationId xmlns:p14="http://schemas.microsoft.com/office/powerpoint/2010/main" val="2350470975"/>
      </p:ext>
    </p:extLst>
  </p:cSld>
  <p:clrMapOvr>
    <a:masterClrMapping/>
  </p:clrMapOvr>
  <p:transition>
    <p:fade/>
  </p:transition>
  <p:hf sldNum="0" hdr="0" ftr="0" dt="0"/>
  <p:extLst>
    <p:ext uri="{DCECCB84-F9BA-43D5-87BE-67443E8EF086}">
      <p15:sldGuideLst xmlns:p15="http://schemas.microsoft.com/office/powerpoint/2012/main"/>
    </p:ext>
  </p:extLst>
</p:sldLayout>
</file>

<file path=ppt/slideLayouts/slideLayout7.xml><?xml version="1.0" encoding="utf-8"?>
<p:sldLayout xmlns:a="http://schemas.openxmlformats.org/drawingml/2006/main" xmlns:r="http://schemas.openxmlformats.org/officeDocument/2006/relationships" xmlns:p="http://schemas.openxmlformats.org/presentationml/2006/main" preserve="1" userDrawn="1">
  <p:cSld name="2 Colum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4" name="Footer Placeholder 3" hidden="1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 dirty="0"/>
          </a:p>
        </p:txBody>
      </p:sp>
      <p:sp>
        <p:nvSpPr>
          <p:cNvPr id="5" name="Slide Title"/>
          <p:cNvSpPr>
            <a:spLocks noGrp="1"/>
          </p:cNvSpPr>
          <p:nvPr>
            <p:ph type="title"/>
          </p:nvPr>
        </p:nvSpPr>
        <p:spPr>
          <a:xfrm>
            <a:off x="583842" y="460552"/>
            <a:ext cx="11037611" cy="914400"/>
          </a:xfrm>
        </p:spPr>
        <p:txBody>
          <a:bodyPr/>
          <a:lstStyle>
            <a:lvl1pPr>
              <a:defRPr>
                <a:solidFill>
                  <a:schemeClr val="tx2"/>
                </a:solidFill>
              </a:defRPr>
            </a:lvl1pPr>
          </a:lstStyle>
          <a:p>
            <a:r>
              <a:rPr lang="en-US"/>
              <a:t>Click to edit Master title style</a:t>
            </a:r>
            <a:endParaRPr lang="en-US" dirty="0"/>
          </a:p>
        </p:txBody>
      </p:sp>
      <p:sp>
        <p:nvSpPr>
          <p:cNvPr id="6" name="Bullet text_left"/>
          <p:cNvSpPr>
            <a:spLocks noGrp="1"/>
          </p:cNvSpPr>
          <p:nvPr>
            <p:ph sz="half" idx="2"/>
          </p:nvPr>
        </p:nvSpPr>
        <p:spPr>
          <a:xfrm>
            <a:off x="583842" y="1525588"/>
            <a:ext cx="5120640" cy="4533380"/>
          </a:xfrm>
          <a:prstGeom prst="rect">
            <a:avLst/>
          </a:prstGeom>
        </p:spPr>
        <p:txBody>
          <a:bodyPr lIns="91440" tIns="45720" rIns="91440" bIns="45720">
            <a:noAutofit/>
          </a:bodyPr>
          <a:lstStyle>
            <a:lvl1pPr marL="228600" indent="-228600">
              <a:lnSpc>
                <a:spcPct val="95000"/>
              </a:lnSpc>
              <a:spcBef>
                <a:spcPts val="1000"/>
              </a:spcBef>
              <a:buClr>
                <a:schemeClr val="bg1">
                  <a:lumMod val="50000"/>
                </a:schemeClr>
              </a:buClr>
              <a:buSzPct val="85000"/>
              <a:buFont typeface="Arial" panose="020B0604020202020204" pitchFamily="34" charset="0"/>
              <a:buChar char="•"/>
              <a:defRPr sz="2400">
                <a:solidFill>
                  <a:schemeClr val="tx1"/>
                </a:solidFill>
              </a:defRPr>
            </a:lvl1pPr>
            <a:lvl2pPr marL="475488" indent="-228600">
              <a:lnSpc>
                <a:spcPct val="95000"/>
              </a:lnSpc>
              <a:spcBef>
                <a:spcPts val="800"/>
              </a:spcBef>
              <a:buClr>
                <a:schemeClr val="bg1">
                  <a:lumMod val="50000"/>
                </a:schemeClr>
              </a:buClr>
              <a:buFont typeface="Arial" panose="020B0604020202020204" pitchFamily="34" charset="0"/>
              <a:buChar char="•"/>
              <a:defRPr sz="2000">
                <a:solidFill>
                  <a:schemeClr val="tx1"/>
                </a:solidFill>
              </a:defRPr>
            </a:lvl2pPr>
            <a:lvl3pPr marL="704088" indent="-155448">
              <a:lnSpc>
                <a:spcPct val="95000"/>
              </a:lnSpc>
              <a:spcBef>
                <a:spcPts val="800"/>
              </a:spcBef>
              <a:buClr>
                <a:schemeClr val="bg1">
                  <a:lumMod val="50000"/>
                </a:schemeClr>
              </a:buClr>
              <a:buFont typeface="Arial" panose="020B0604020202020204" pitchFamily="34" charset="0"/>
              <a:buChar char="•"/>
              <a:defRPr sz="1800">
                <a:solidFill>
                  <a:schemeClr val="tx1"/>
                </a:solidFill>
                <a:latin typeface="Arial" panose="020B0604020202020204" pitchFamily="34" charset="0"/>
                <a:cs typeface="Arial" panose="020B0604020202020204" pitchFamily="34" charset="0"/>
              </a:defRPr>
            </a:lvl3pPr>
            <a:lvl4pPr marL="905256" indent="-155448">
              <a:lnSpc>
                <a:spcPct val="95000"/>
              </a:lnSpc>
              <a:spcBef>
                <a:spcPts val="800"/>
              </a:spcBef>
              <a:buClr>
                <a:schemeClr val="bg1">
                  <a:lumMod val="50000"/>
                </a:schemeClr>
              </a:buClr>
              <a:buFont typeface="Arial" panose="020B0604020202020204" pitchFamily="34" charset="0"/>
              <a:buChar char="•"/>
              <a:defRPr sz="1600">
                <a:solidFill>
                  <a:schemeClr val="tx1"/>
                </a:solidFill>
                <a:latin typeface="Arial" panose="020B0604020202020204" pitchFamily="34" charset="0"/>
                <a:cs typeface="Arial" panose="020B0604020202020204" pitchFamily="34" charset="0"/>
              </a:defRPr>
            </a:lvl4pPr>
            <a:lvl5pPr>
              <a:defRPr sz="1600"/>
            </a:lvl5pPr>
            <a:lvl6pPr>
              <a:defRPr sz="1600"/>
            </a:lvl6pPr>
            <a:lvl7pPr>
              <a:defRPr sz="1600"/>
            </a:lvl7pPr>
            <a:lvl8pPr>
              <a:defRPr sz="1600"/>
            </a:lvl8pPr>
            <a:lvl9pPr>
              <a:defRPr sz="1600"/>
            </a:lvl9pPr>
          </a:lstStyle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</p:txBody>
      </p:sp>
      <p:sp>
        <p:nvSpPr>
          <p:cNvPr id="7" name="Bullet text_left"/>
          <p:cNvSpPr>
            <a:spLocks noGrp="1"/>
          </p:cNvSpPr>
          <p:nvPr>
            <p:ph sz="half" idx="12"/>
          </p:nvPr>
        </p:nvSpPr>
        <p:spPr>
          <a:xfrm>
            <a:off x="6500813" y="1525588"/>
            <a:ext cx="5120640" cy="4533380"/>
          </a:xfrm>
          <a:prstGeom prst="rect">
            <a:avLst/>
          </a:prstGeom>
        </p:spPr>
        <p:txBody>
          <a:bodyPr lIns="91440" tIns="45720" rIns="91440" bIns="45720">
            <a:noAutofit/>
          </a:bodyPr>
          <a:lstStyle>
            <a:lvl1pPr marL="228600" indent="-228600">
              <a:lnSpc>
                <a:spcPct val="95000"/>
              </a:lnSpc>
              <a:spcBef>
                <a:spcPts val="1000"/>
              </a:spcBef>
              <a:buClr>
                <a:schemeClr val="bg1">
                  <a:lumMod val="50000"/>
                </a:schemeClr>
              </a:buClr>
              <a:buSzPct val="85000"/>
              <a:buFont typeface="Arial" panose="020B0604020202020204" pitchFamily="34" charset="0"/>
              <a:buChar char="•"/>
              <a:defRPr sz="2400">
                <a:solidFill>
                  <a:schemeClr val="tx1"/>
                </a:solidFill>
              </a:defRPr>
            </a:lvl1pPr>
            <a:lvl2pPr marL="475488" indent="-228600">
              <a:lnSpc>
                <a:spcPct val="95000"/>
              </a:lnSpc>
              <a:spcBef>
                <a:spcPts val="800"/>
              </a:spcBef>
              <a:buClr>
                <a:schemeClr val="bg1">
                  <a:lumMod val="50000"/>
                </a:schemeClr>
              </a:buClr>
              <a:buFont typeface="Arial" panose="020B0604020202020204" pitchFamily="34" charset="0"/>
              <a:buChar char="•"/>
              <a:defRPr sz="2000">
                <a:solidFill>
                  <a:schemeClr val="tx1"/>
                </a:solidFill>
              </a:defRPr>
            </a:lvl2pPr>
            <a:lvl3pPr marL="704088" indent="-155448">
              <a:lnSpc>
                <a:spcPct val="95000"/>
              </a:lnSpc>
              <a:spcBef>
                <a:spcPts val="800"/>
              </a:spcBef>
              <a:buClr>
                <a:schemeClr val="bg1">
                  <a:lumMod val="50000"/>
                </a:schemeClr>
              </a:buClr>
              <a:buFont typeface="Arial" panose="020B0604020202020204" pitchFamily="34" charset="0"/>
              <a:buChar char="•"/>
              <a:defRPr sz="1800">
                <a:solidFill>
                  <a:schemeClr val="tx1"/>
                </a:solidFill>
                <a:latin typeface="Arial" panose="020B0604020202020204" pitchFamily="34" charset="0"/>
                <a:cs typeface="Arial" panose="020B0604020202020204" pitchFamily="34" charset="0"/>
              </a:defRPr>
            </a:lvl3pPr>
            <a:lvl4pPr marL="905256" indent="-155448">
              <a:lnSpc>
                <a:spcPct val="95000"/>
              </a:lnSpc>
              <a:spcBef>
                <a:spcPts val="800"/>
              </a:spcBef>
              <a:buClr>
                <a:schemeClr val="bg1">
                  <a:lumMod val="50000"/>
                </a:schemeClr>
              </a:buClr>
              <a:buFont typeface="Arial" panose="020B0604020202020204" pitchFamily="34" charset="0"/>
              <a:buChar char="•"/>
              <a:defRPr sz="1600">
                <a:solidFill>
                  <a:schemeClr val="tx1"/>
                </a:solidFill>
                <a:latin typeface="Arial" panose="020B0604020202020204" pitchFamily="34" charset="0"/>
                <a:cs typeface="Arial" panose="020B0604020202020204" pitchFamily="34" charset="0"/>
              </a:defRPr>
            </a:lvl4pPr>
            <a:lvl5pPr>
              <a:defRPr sz="1600"/>
            </a:lvl5pPr>
            <a:lvl6pPr>
              <a:defRPr sz="1600"/>
            </a:lvl6pPr>
            <a:lvl7pPr>
              <a:defRPr sz="1600"/>
            </a:lvl7pPr>
            <a:lvl8pPr>
              <a:defRPr sz="1600"/>
            </a:lvl8pPr>
            <a:lvl9pPr>
              <a:defRPr sz="1600"/>
            </a:lvl9pPr>
          </a:lstStyle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</p:txBody>
      </p:sp>
    </p:spTree>
    <p:extLst>
      <p:ext uri="{BB962C8B-B14F-4D97-AF65-F5344CB8AC3E}">
        <p14:creationId xmlns:p14="http://schemas.microsoft.com/office/powerpoint/2010/main" val="3097403669"/>
      </p:ext>
    </p:extLst>
  </p:cSld>
  <p:clrMapOvr>
    <a:masterClrMapping/>
  </p:clrMapOvr>
  <p:transition>
    <p:fade/>
  </p:transition>
  <p:hf sldNum="0" hdr="0" ftr="0" dt="0"/>
</p:sldLayout>
</file>

<file path=ppt/slideLayouts/slideLayout8.xml><?xml version="1.0" encoding="utf-8"?>
<p:sldLayout xmlns:a="http://schemas.openxmlformats.org/drawingml/2006/main" xmlns:r="http://schemas.openxmlformats.org/officeDocument/2006/relationships" xmlns:p="http://schemas.openxmlformats.org/presentationml/2006/main" preserve="1" userDrawn="1">
  <p:cSld name="Title Only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>
            <a:lvl1pPr>
              <a:defRPr>
                <a:solidFill>
                  <a:schemeClr val="tx2"/>
                </a:solidFill>
              </a:defRPr>
            </a:lvl1pPr>
          </a:lstStyle>
          <a:p>
            <a:r>
              <a:rPr lang="en-US"/>
              <a:t>Click to edit Master title style</a:t>
            </a:r>
            <a:endParaRPr lang="en-US" dirty="0"/>
          </a:p>
        </p:txBody>
      </p:sp>
      <p:sp>
        <p:nvSpPr>
          <p:cNvPr id="4" name="Footer Placeholder 3" hidden="1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 dirty="0"/>
          </a:p>
        </p:txBody>
      </p:sp>
    </p:spTree>
    <p:extLst>
      <p:ext uri="{BB962C8B-B14F-4D97-AF65-F5344CB8AC3E}">
        <p14:creationId xmlns:p14="http://schemas.microsoft.com/office/powerpoint/2010/main" val="1523909873"/>
      </p:ext>
    </p:extLst>
  </p:cSld>
  <p:clrMapOvr>
    <a:masterClrMapping/>
  </p:clrMapOvr>
  <p:transition>
    <p:fade/>
  </p:transition>
  <p:hf sldNum="0" hdr="0" ftr="0" dt="0"/>
</p:sldLayout>
</file>

<file path=ppt/slideLayouts/slideLayout9.xml><?xml version="1.0" encoding="utf-8"?>
<p:sldLayout xmlns:a="http://schemas.openxmlformats.org/drawingml/2006/main" xmlns:r="http://schemas.openxmlformats.org/officeDocument/2006/relationships" xmlns:p="http://schemas.openxmlformats.org/presentationml/2006/main" preserve="1" userDrawn="1">
  <p:cSld name="Blank Slate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4" name="Footer Placeholder 3" hidden="1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 dirty="0"/>
          </a:p>
        </p:txBody>
      </p:sp>
    </p:spTree>
    <p:extLst>
      <p:ext uri="{BB962C8B-B14F-4D97-AF65-F5344CB8AC3E}">
        <p14:creationId xmlns:p14="http://schemas.microsoft.com/office/powerpoint/2010/main" val="1207466261"/>
      </p:ext>
    </p:extLst>
  </p:cSld>
  <p:clrMapOvr>
    <a:masterClrMapping/>
  </p:clrMapOvr>
  <p:transition>
    <p:fade/>
  </p:transition>
  <p:hf sldNum="0" hdr="0" ftr="0" dt="0"/>
</p:sldLayout>
</file>

<file path=ppt/slideLayouts/slideLayout10.xml><?xml version="1.0" encoding="utf-8"?>
<p:sldLayout xmlns:a="http://schemas.openxmlformats.org/drawingml/2006/main" xmlns:r="http://schemas.openxmlformats.org/officeDocument/2006/relationships" xmlns:p="http://schemas.openxmlformats.org/presentationml/2006/main" preserve="1" userDrawn="1">
  <p:cSld name="Bullets + Pull Quote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4" name="Footer Placeholder 3" hidden="1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 dirty="0"/>
          </a:p>
        </p:txBody>
      </p:sp>
      <p:grpSp>
        <p:nvGrpSpPr>
          <p:cNvPr id="5" name="Pink Background"/>
          <p:cNvGrpSpPr/>
          <p:nvPr userDrawn="1"/>
        </p:nvGrpSpPr>
        <p:grpSpPr>
          <a:xfrm>
            <a:off x="5929630" y="1639737"/>
            <a:ext cx="6259195" cy="3807666"/>
            <a:chOff x="6127749" y="1639737"/>
            <a:chExt cx="5344256" cy="3783164"/>
          </a:xfrm>
        </p:grpSpPr>
        <p:sp>
          <p:nvSpPr>
            <p:cNvPr id="6" name="Pink: 43%"/>
            <p:cNvSpPr/>
            <p:nvPr userDrawn="1"/>
          </p:nvSpPr>
          <p:spPr bwMode="gray">
            <a:xfrm>
              <a:off x="11365581" y="1639737"/>
              <a:ext cx="106424" cy="3783164"/>
            </a:xfrm>
            <a:prstGeom prst="rect">
              <a:avLst/>
            </a:prstGeom>
            <a:solidFill>
              <a:schemeClr val="tx2"/>
            </a:solidFill>
            <a:ln w="12700" algn="ctr">
              <a:noFill/>
              <a:miter lim="800000"/>
              <a:headEnd/>
              <a:tailEnd/>
            </a:ln>
            <a:effectLst/>
          </p:spPr>
          <p:txBody>
            <a:bodyPr rot="0" spcFirstLastPara="0" vertOverflow="overflow" horzOverflow="overflow" vert="horz" wrap="square" lIns="91440" tIns="45720" rIns="91440" bIns="45720" numCol="1" spcCol="0" rtlCol="0" fromWordArt="0" anchor="ctr" anchorCtr="0" forceAA="0" compatLnSpc="1">
              <a:prstTxWarp prst="textNoShape">
                <a:avLst/>
              </a:prstTxWarp>
              <a:noAutofit/>
            </a:bodyPr>
            <a:lstStyle/>
            <a:p>
              <a:pPr algn="ctr">
                <a:lnSpc>
                  <a:spcPct val="80000"/>
                </a:lnSpc>
                <a:spcBef>
                  <a:spcPts val="1600"/>
                </a:spcBef>
                <a:spcAft>
                  <a:spcPts val="0"/>
                </a:spcAft>
                <a:buSzPct val="115000"/>
              </a:pPr>
              <a:endParaRPr lang="en-US" sz="3200" dirty="0">
                <a:latin typeface="+mn-lt"/>
              </a:endParaRPr>
            </a:p>
          </p:txBody>
        </p:sp>
        <p:sp>
          <p:nvSpPr>
            <p:cNvPr id="7" name="Background pink"/>
            <p:cNvSpPr/>
            <p:nvPr userDrawn="1"/>
          </p:nvSpPr>
          <p:spPr bwMode="auto">
            <a:xfrm>
              <a:off x="6127749" y="1639737"/>
              <a:ext cx="5237832" cy="3783164"/>
            </a:xfrm>
            <a:prstGeom prst="rect">
              <a:avLst/>
            </a:prstGeom>
            <a:solidFill>
              <a:srgbClr val="E6E7E8"/>
            </a:solidFill>
            <a:ln w="12700" algn="ctr">
              <a:noFill/>
              <a:miter lim="800000"/>
              <a:headEnd/>
              <a:tailEnd/>
            </a:ln>
            <a:effectLst/>
          </p:spPr>
          <p:txBody>
            <a:bodyPr rot="0" spcFirstLastPara="0" vertOverflow="overflow" horzOverflow="overflow" vert="horz" wrap="square" lIns="121899" tIns="60949" rIns="121899" bIns="60949" numCol="1" spcCol="0" rtlCol="0" fromWordArt="0" anchor="ctr" anchorCtr="0" forceAA="0" compatLnSpc="1">
              <a:prstTxWarp prst="textNoShape">
                <a:avLst/>
              </a:prstTxWarp>
              <a:noAutofit/>
            </a:bodyPr>
            <a:lstStyle/>
            <a:p>
              <a:pPr algn="ctr">
                <a:lnSpc>
                  <a:spcPct val="80000"/>
                </a:lnSpc>
                <a:spcBef>
                  <a:spcPts val="1600"/>
                </a:spcBef>
                <a:spcAft>
                  <a:spcPts val="0"/>
                </a:spcAft>
                <a:buSzPct val="115000"/>
              </a:pPr>
              <a:endParaRPr lang="en-US" sz="3200" dirty="0">
                <a:latin typeface="+mn-lt"/>
              </a:endParaRPr>
            </a:p>
          </p:txBody>
        </p:sp>
      </p:grpSp>
      <p:sp>
        <p:nvSpPr>
          <p:cNvPr id="8" name="Credit text"/>
          <p:cNvSpPr>
            <a:spLocks noGrp="1"/>
          </p:cNvSpPr>
          <p:nvPr>
            <p:ph type="body" sz="quarter" idx="14" hasCustomPrompt="1"/>
          </p:nvPr>
        </p:nvSpPr>
        <p:spPr bwMode="white">
          <a:xfrm>
            <a:off x="6478069" y="4736592"/>
            <a:ext cx="4395989" cy="338328"/>
          </a:xfrm>
          <a:prstGeom prst="rect">
            <a:avLst/>
          </a:prstGeom>
          <a:noFill/>
        </p:spPr>
        <p:txBody>
          <a:bodyPr wrap="square" lIns="91440" tIns="45720" rIns="91440" bIns="45720" anchor="ctr">
            <a:noAutofit/>
          </a:bodyPr>
          <a:lstStyle>
            <a:lvl1pPr marL="0" indent="0">
              <a:lnSpc>
                <a:spcPct val="100000"/>
              </a:lnSpc>
              <a:spcBef>
                <a:spcPts val="0"/>
              </a:spcBef>
              <a:buClr>
                <a:schemeClr val="tx2"/>
              </a:buClr>
              <a:buFontTx/>
              <a:buNone/>
              <a:defRPr sz="1600">
                <a:solidFill>
                  <a:schemeClr val="tx1"/>
                </a:solidFill>
                <a:latin typeface="Arial" panose="020B0604020202020204" pitchFamily="34" charset="0"/>
                <a:cs typeface="Arial" panose="020B0604020202020204" pitchFamily="34" charset="0"/>
              </a:defRPr>
            </a:lvl1pPr>
          </a:lstStyle>
          <a:p>
            <a:pPr lvl="0"/>
            <a:r>
              <a:rPr lang="en-US" dirty="0"/>
              <a:t>Source Name</a:t>
            </a:r>
          </a:p>
        </p:txBody>
      </p:sp>
      <p:sp>
        <p:nvSpPr>
          <p:cNvPr id="9" name="Quote text"/>
          <p:cNvSpPr>
            <a:spLocks noGrp="1"/>
          </p:cNvSpPr>
          <p:nvPr>
            <p:ph type="body" sz="quarter" idx="15" hasCustomPrompt="1"/>
          </p:nvPr>
        </p:nvSpPr>
        <p:spPr bwMode="white">
          <a:xfrm>
            <a:off x="6318303" y="2011680"/>
            <a:ext cx="4563058" cy="2440001"/>
          </a:xfrm>
          <a:prstGeom prst="rect">
            <a:avLst/>
          </a:prstGeom>
        </p:spPr>
        <p:txBody>
          <a:bodyPr lIns="91440" tIns="45720" rIns="91440" bIns="45720" anchor="ctr">
            <a:noAutofit/>
          </a:bodyPr>
          <a:lstStyle>
            <a:lvl1pPr marL="152345" indent="-152345" algn="l" defTabSz="1218732" rtl="0" eaLnBrk="1" latinLnBrk="0" hangingPunct="1">
              <a:lnSpc>
                <a:spcPct val="95000"/>
              </a:lnSpc>
              <a:spcBef>
                <a:spcPts val="0"/>
              </a:spcBef>
              <a:buNone/>
              <a:defRPr lang="en-US" sz="2800" b="1" kern="1200" dirty="0" smtClean="0">
                <a:solidFill>
                  <a:schemeClr val="tx1"/>
                </a:solidFill>
                <a:latin typeface="Arial" panose="020B0604020202020204" pitchFamily="34" charset="0"/>
                <a:ea typeface="+mn-ea"/>
                <a:cs typeface="Arial" panose="020B0604020202020204" pitchFamily="34" charset="0"/>
              </a:defRPr>
            </a:lvl1pPr>
            <a:lvl2pPr marL="152345" indent="-152345" algn="l" defTabSz="1218732" rtl="0" eaLnBrk="1" latinLnBrk="0" hangingPunct="1">
              <a:defRPr lang="en-US" sz="2700" kern="1200" dirty="0" smtClean="0">
                <a:solidFill>
                  <a:schemeClr val="accent2"/>
                </a:solidFill>
                <a:latin typeface="Ciscolight" pitchFamily="2" charset="0"/>
                <a:ea typeface="+mn-ea"/>
                <a:cs typeface="+mn-cs"/>
              </a:defRPr>
            </a:lvl2pPr>
            <a:lvl3pPr marL="152345" indent="-152345" algn="l" defTabSz="1218732" rtl="0" eaLnBrk="1" latinLnBrk="0" hangingPunct="1">
              <a:defRPr lang="en-US" sz="2700" kern="1200" dirty="0" smtClean="0">
                <a:solidFill>
                  <a:schemeClr val="accent2"/>
                </a:solidFill>
                <a:latin typeface="Ciscolight" pitchFamily="2" charset="0"/>
                <a:ea typeface="+mn-ea"/>
                <a:cs typeface="+mn-cs"/>
              </a:defRPr>
            </a:lvl3pPr>
            <a:lvl4pPr marL="152345" indent="-152345" algn="l" defTabSz="1218732" rtl="0" eaLnBrk="1" latinLnBrk="0" hangingPunct="1">
              <a:defRPr lang="en-US" sz="2700" kern="1200" dirty="0" smtClean="0">
                <a:solidFill>
                  <a:schemeClr val="accent2"/>
                </a:solidFill>
                <a:latin typeface="Ciscolight" pitchFamily="2" charset="0"/>
                <a:ea typeface="+mn-ea"/>
                <a:cs typeface="+mn-cs"/>
              </a:defRPr>
            </a:lvl4pPr>
            <a:lvl5pPr marL="152345" indent="-152345" algn="l" defTabSz="1218732" rtl="0" eaLnBrk="1" latinLnBrk="0" hangingPunct="1">
              <a:defRPr lang="en-US" sz="2700" kern="1200" dirty="0" smtClean="0">
                <a:solidFill>
                  <a:schemeClr val="accent2"/>
                </a:solidFill>
                <a:latin typeface="Ciscolight" pitchFamily="2" charset="0"/>
                <a:ea typeface="+mn-ea"/>
                <a:cs typeface="+mn-cs"/>
              </a:defRPr>
            </a:lvl5pPr>
          </a:lstStyle>
          <a:p>
            <a:pPr lvl="0"/>
            <a:r>
              <a:rPr lang="en-US" dirty="0"/>
              <a:t>Click to add quote</a:t>
            </a:r>
          </a:p>
        </p:txBody>
      </p:sp>
      <p:sp>
        <p:nvSpPr>
          <p:cNvPr id="10" name="Slide Title"/>
          <p:cNvSpPr>
            <a:spLocks noGrp="1"/>
          </p:cNvSpPr>
          <p:nvPr>
            <p:ph type="title"/>
          </p:nvPr>
        </p:nvSpPr>
        <p:spPr>
          <a:xfrm>
            <a:off x="583842" y="460552"/>
            <a:ext cx="11093293" cy="914400"/>
          </a:xfrm>
        </p:spPr>
        <p:txBody>
          <a:bodyPr/>
          <a:lstStyle>
            <a:lvl1pPr>
              <a:defRPr>
                <a:solidFill>
                  <a:schemeClr val="tx2"/>
                </a:solidFill>
              </a:defRPr>
            </a:lvl1pPr>
          </a:lstStyle>
          <a:p>
            <a:r>
              <a:rPr lang="en-US"/>
              <a:t>Click to edit Master title style</a:t>
            </a:r>
            <a:endParaRPr lang="en-US" dirty="0"/>
          </a:p>
        </p:txBody>
      </p:sp>
      <p:sp>
        <p:nvSpPr>
          <p:cNvPr id="11" name="Bullet text"/>
          <p:cNvSpPr>
            <a:spLocks noGrp="1"/>
          </p:cNvSpPr>
          <p:nvPr>
            <p:ph type="body" sz="quarter" idx="16"/>
          </p:nvPr>
        </p:nvSpPr>
        <p:spPr>
          <a:xfrm>
            <a:off x="583843" y="1639737"/>
            <a:ext cx="5074008" cy="3783163"/>
          </a:xfrm>
          <a:prstGeom prst="rect">
            <a:avLst/>
          </a:prstGeom>
        </p:spPr>
        <p:txBody>
          <a:bodyPr>
            <a:noAutofit/>
          </a:bodyPr>
          <a:lstStyle>
            <a:lvl1pPr marL="224327" indent="-224327">
              <a:lnSpc>
                <a:spcPct val="95000"/>
              </a:lnSpc>
              <a:buSzPct val="85000"/>
              <a:buFont typeface="Calibri" panose="020F0502020204030204" pitchFamily="34" charset="0"/>
              <a:buChar char="•"/>
              <a:defRPr sz="2400">
                <a:solidFill>
                  <a:schemeClr val="tx1"/>
                </a:solidFill>
              </a:defRPr>
            </a:lvl1pPr>
            <a:lvl2pPr marL="458788" indent="-228600">
              <a:lnSpc>
                <a:spcPct val="95000"/>
              </a:lnSpc>
              <a:buFont typeface="Calibri" panose="020F0502020204030204" pitchFamily="34" charset="0"/>
              <a:buChar char="−"/>
              <a:defRPr sz="2000"/>
            </a:lvl2pPr>
            <a:lvl3pPr>
              <a:defRPr sz="2100"/>
            </a:lvl3pPr>
            <a:lvl4pPr>
              <a:defRPr sz="1900"/>
            </a:lvl4pPr>
            <a:lvl5pPr>
              <a:defRPr sz="1600"/>
            </a:lvl5pPr>
          </a:lstStyle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</p:txBody>
      </p:sp>
    </p:spTree>
    <p:extLst>
      <p:ext uri="{BB962C8B-B14F-4D97-AF65-F5344CB8AC3E}">
        <p14:creationId xmlns:p14="http://schemas.microsoft.com/office/powerpoint/2010/main" val="559411343"/>
      </p:ext>
    </p:extLst>
  </p:cSld>
  <p:clrMapOvr>
    <a:masterClrMapping/>
  </p:clrMapOvr>
  <p:transition>
    <p:fade/>
  </p:transition>
  <p:hf sldNum="0" hdr="0" ftr="0" dt="0"/>
</p:sldLayout>
</file>

<file path=ppt/slideLayouts/slideLayout11.xml><?xml version="1.0" encoding="utf-8"?>
<p:sldLayout xmlns:a="http://schemas.openxmlformats.org/drawingml/2006/main" xmlns:r="http://schemas.openxmlformats.org/officeDocument/2006/relationships" xmlns:p="http://schemas.openxmlformats.org/presentationml/2006/main" preserve="1" userDrawn="1">
  <p:cSld name="Summary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6" name="Rectangle 5">
            <a:extLst>
              <a:ext uri="{FF2B5EF4-FFF2-40B4-BE49-F238E27FC236}">
                <a16:creationId xmlns:a16="http://schemas.microsoft.com/office/drawing/2014/main" id="{2FA5DDF8-31FE-D1C5-91CB-BC0D0AECB09A}"/>
              </a:ext>
            </a:extLst>
          </p:cNvPr>
          <p:cNvSpPr/>
          <p:nvPr userDrawn="1"/>
        </p:nvSpPr>
        <p:spPr bwMode="auto">
          <a:xfrm>
            <a:off x="4237464" y="0"/>
            <a:ext cx="7951362" cy="6503233"/>
          </a:xfrm>
          <a:prstGeom prst="rect">
            <a:avLst/>
          </a:prstGeom>
          <a:solidFill>
            <a:schemeClr val="accent2"/>
          </a:solidFill>
          <a:ln w="12700" algn="ctr">
            <a:noFill/>
            <a:miter lim="800000"/>
            <a:headEnd/>
            <a:tailEnd/>
          </a:ln>
          <a:effectLst/>
        </p:spPr>
        <p:txBody>
          <a:bodyPr rot="0" spcFirstLastPara="0" vertOverflow="overflow" horzOverflow="overflow" vert="horz" wrap="square" lIns="91440" tIns="45720" rIns="91440" bIns="45720" numCol="1" spcCol="0" rtlCol="0" fromWordArt="0" anchor="ctr" anchorCtr="0" forceAA="0" compatLnSpc="1">
            <a:prstTxWarp prst="textNoShape">
              <a:avLst/>
            </a:prstTxWarp>
            <a:noAutofit/>
          </a:bodyPr>
          <a:lstStyle/>
          <a:p>
            <a:pPr algn="ctr">
              <a:lnSpc>
                <a:spcPct val="80000"/>
              </a:lnSpc>
              <a:spcBef>
                <a:spcPts val="1200"/>
              </a:spcBef>
              <a:spcAft>
                <a:spcPts val="0"/>
              </a:spcAft>
              <a:buSzPct val="115000"/>
            </a:pPr>
            <a:endParaRPr lang="en-US" sz="2400" dirty="0" err="1">
              <a:latin typeface="+mn-lt"/>
            </a:endParaRPr>
          </a:p>
        </p:txBody>
      </p:sp>
      <p:sp>
        <p:nvSpPr>
          <p:cNvPr id="4" name="Footer Placeholder 3" hidden="1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 dirty="0"/>
          </a:p>
        </p:txBody>
      </p:sp>
      <p:sp>
        <p:nvSpPr>
          <p:cNvPr id="7" name="Key points"/>
          <p:cNvSpPr>
            <a:spLocks noGrp="1"/>
          </p:cNvSpPr>
          <p:nvPr>
            <p:ph type="body" sz="quarter" idx="12"/>
          </p:nvPr>
        </p:nvSpPr>
        <p:spPr>
          <a:xfrm>
            <a:off x="5159298" y="750518"/>
            <a:ext cx="6446915" cy="4443814"/>
          </a:xfrm>
          <a:prstGeom prst="rect">
            <a:avLst/>
          </a:prstGeom>
        </p:spPr>
        <p:txBody>
          <a:bodyPr lIns="91440" tIns="45720" rIns="91440" bIns="45720" anchor="ctr" anchorCtr="0">
            <a:noAutofit/>
          </a:bodyPr>
          <a:lstStyle>
            <a:lvl1pPr marL="320040" indent="-320040">
              <a:lnSpc>
                <a:spcPct val="95000"/>
              </a:lnSpc>
              <a:buClr>
                <a:schemeClr val="bg1"/>
              </a:buClr>
              <a:buSzPct val="85000"/>
              <a:buFont typeface="Calibri" panose="020F0502020204030204" pitchFamily="34" charset="0"/>
              <a:buChar char="•"/>
              <a:defRPr sz="2800" baseline="0">
                <a:solidFill>
                  <a:schemeClr val="bg1"/>
                </a:solidFill>
                <a:latin typeface="Arial" panose="020B0604020202020204" pitchFamily="34" charset="0"/>
                <a:cs typeface="Arial" panose="020B0604020202020204" pitchFamily="34" charset="0"/>
              </a:defRPr>
            </a:lvl1pPr>
            <a:lvl2pPr marL="667512" indent="-237744">
              <a:lnSpc>
                <a:spcPct val="95000"/>
              </a:lnSpc>
              <a:buClr>
                <a:schemeClr val="bg1"/>
              </a:buClr>
              <a:defRPr sz="2400">
                <a:solidFill>
                  <a:schemeClr val="bg1"/>
                </a:solidFill>
                <a:latin typeface="Arial" panose="020B0604020202020204" pitchFamily="34" charset="0"/>
                <a:cs typeface="Arial" panose="020B0604020202020204" pitchFamily="34" charset="0"/>
              </a:defRPr>
            </a:lvl2pPr>
            <a:lvl3pPr>
              <a:defRPr sz="2700"/>
            </a:lvl3pPr>
            <a:lvl4pPr>
              <a:defRPr sz="2700"/>
            </a:lvl4pPr>
            <a:lvl5pPr>
              <a:defRPr sz="2700"/>
            </a:lvl5pPr>
          </a:lstStyle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</p:txBody>
      </p:sp>
      <p:sp>
        <p:nvSpPr>
          <p:cNvPr id="11" name="Slide Title"/>
          <p:cNvSpPr>
            <a:spLocks noGrp="1"/>
          </p:cNvSpPr>
          <p:nvPr>
            <p:ph type="title" hasCustomPrompt="1"/>
          </p:nvPr>
        </p:nvSpPr>
        <p:spPr>
          <a:xfrm>
            <a:off x="368300" y="1299158"/>
            <a:ext cx="3372166" cy="3020519"/>
          </a:xfrm>
        </p:spPr>
        <p:txBody>
          <a:bodyPr vert="horz" lIns="91440" tIns="45720" rIns="91440" bIns="45720" rtlCol="0" anchor="ctr" anchorCtr="0">
            <a:noAutofit/>
          </a:bodyPr>
          <a:lstStyle>
            <a:lvl1pPr marL="0" indent="0" algn="r" defTabSz="1218783" rtl="0" eaLnBrk="1" latinLnBrk="0" hangingPunct="1">
              <a:lnSpc>
                <a:spcPct val="80000"/>
              </a:lnSpc>
              <a:spcBef>
                <a:spcPct val="0"/>
              </a:spcBef>
              <a:buClr>
                <a:schemeClr val="tx1"/>
              </a:buClr>
              <a:buFont typeface="Ciscolight" pitchFamily="2" charset="0"/>
              <a:buNone/>
              <a:defRPr lang="en-US" sz="4000" b="1" kern="1200" spc="0" baseline="0" dirty="0">
                <a:solidFill>
                  <a:schemeClr val="tx2"/>
                </a:solidFill>
                <a:latin typeface="Arial" panose="020B0604020202020204" pitchFamily="34" charset="0"/>
                <a:ea typeface="+mj-ea"/>
                <a:cs typeface="Arial" panose="020B0604020202020204" pitchFamily="34" charset="0"/>
              </a:defRPr>
            </a:lvl1pPr>
          </a:lstStyle>
          <a:p>
            <a:r>
              <a:rPr lang="en-US" dirty="0"/>
              <a:t>Click to edit summary</a:t>
            </a:r>
          </a:p>
        </p:txBody>
      </p:sp>
    </p:spTree>
    <p:extLst>
      <p:ext uri="{BB962C8B-B14F-4D97-AF65-F5344CB8AC3E}">
        <p14:creationId xmlns:p14="http://schemas.microsoft.com/office/powerpoint/2010/main" val="1013899289"/>
      </p:ext>
    </p:extLst>
  </p:cSld>
  <p:clrMapOvr>
    <a:masterClrMapping/>
  </p:clrMapOvr>
  <p:transition>
    <p:fade/>
  </p:transition>
  <p:hf sldNum="0" hdr="0" ftr="0" dt="0"/>
</p:sldLayout>
</file>

<file path=ppt/slideLayouts/slideLayout12.xml><?xml version="1.0" encoding="utf-8"?>
<p:sldLayout xmlns:a="http://schemas.openxmlformats.org/drawingml/2006/main" xmlns:r="http://schemas.openxmlformats.org/officeDocument/2006/relationships" xmlns:p="http://schemas.openxmlformats.org/presentationml/2006/main" preserve="1" userDrawn="1">
  <p:cSld name="Close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1" name="Rectangle 10">
            <a:extLst>
              <a:ext uri="{FF2B5EF4-FFF2-40B4-BE49-F238E27FC236}">
                <a16:creationId xmlns:a16="http://schemas.microsoft.com/office/drawing/2014/main" id="{4A361E9B-415E-1D98-E45A-419F81748D90}"/>
              </a:ext>
            </a:extLst>
          </p:cNvPr>
          <p:cNvSpPr/>
          <p:nvPr userDrawn="1"/>
        </p:nvSpPr>
        <p:spPr bwMode="auto">
          <a:xfrm>
            <a:off x="0" y="-20250"/>
            <a:ext cx="12188952" cy="5164572"/>
          </a:xfrm>
          <a:prstGeom prst="rect">
            <a:avLst/>
          </a:prstGeom>
          <a:solidFill>
            <a:schemeClr val="tx2"/>
          </a:solidFill>
          <a:ln w="12700" algn="ctr">
            <a:noFill/>
            <a:miter lim="800000"/>
            <a:headEnd/>
            <a:tailEnd/>
          </a:ln>
          <a:effectLst/>
        </p:spPr>
        <p:txBody>
          <a:bodyPr rot="0" spcFirstLastPara="0" vertOverflow="overflow" horzOverflow="overflow" vert="horz" wrap="square" lIns="91440" tIns="45720" rIns="91440" bIns="45720" numCol="1" spcCol="0" rtlCol="0" fromWordArt="0" anchor="ctr" anchorCtr="0" forceAA="0" compatLnSpc="1">
            <a:prstTxWarp prst="textNoShape">
              <a:avLst/>
            </a:prstTxWarp>
            <a:noAutofit/>
          </a:bodyPr>
          <a:lstStyle/>
          <a:p>
            <a:pPr algn="ctr">
              <a:lnSpc>
                <a:spcPct val="80000"/>
              </a:lnSpc>
              <a:spcBef>
                <a:spcPts val="1200"/>
              </a:spcBef>
              <a:spcAft>
                <a:spcPts val="0"/>
              </a:spcAft>
              <a:buSzPct val="115000"/>
            </a:pPr>
            <a:endParaRPr lang="en-US" sz="2400" dirty="0" err="1">
              <a:latin typeface="+mn-lt"/>
            </a:endParaRPr>
          </a:p>
        </p:txBody>
      </p:sp>
      <p:pic>
        <p:nvPicPr>
          <p:cNvPr id="12" name="Graphic 11">
            <a:extLst>
              <a:ext uri="{FF2B5EF4-FFF2-40B4-BE49-F238E27FC236}">
                <a16:creationId xmlns:a16="http://schemas.microsoft.com/office/drawing/2014/main" id="{27BB81B3-060C-D235-077D-FC8A8C1A6F55}"/>
              </a:ext>
            </a:extLst>
          </p:cNvPr>
          <p:cNvPicPr>
            <a:picLocks noChangeAspect="1"/>
          </p:cNvPicPr>
          <p:nvPr userDrawn="1"/>
        </p:nvPicPr>
        <p:blipFill>
          <a:blip>
            <a:extLst>
              <a:ext uri="{96DAC541-7B7A-43D3-8B79-37D633B846F1}">
                <asvg:svgBlip xmlns:asvg="http://schemas.microsoft.com/office/drawing/2016/SVG/main" r:embed="rId2"/>
              </a:ext>
            </a:extLst>
          </a:blip>
          <a:stretch>
            <a:fillRect/>
          </a:stretch>
        </p:blipFill>
        <p:spPr>
          <a:xfrm>
            <a:off x="5238245" y="-17056"/>
            <a:ext cx="6950577" cy="5799486"/>
          </a:xfrm>
          <a:prstGeom prst="rect">
            <a:avLst/>
          </a:prstGeom>
        </p:spPr>
      </p:pic>
      <p:sp>
        <p:nvSpPr>
          <p:cNvPr id="10" name="Rectangle 9">
            <a:extLst>
              <a:ext uri="{FF2B5EF4-FFF2-40B4-BE49-F238E27FC236}">
                <a16:creationId xmlns:a16="http://schemas.microsoft.com/office/drawing/2014/main" id="{36F5B1A4-B3B5-C9C7-087A-AB3118FFBDCC}"/>
              </a:ext>
            </a:extLst>
          </p:cNvPr>
          <p:cNvSpPr/>
          <p:nvPr userDrawn="1"/>
        </p:nvSpPr>
        <p:spPr bwMode="auto">
          <a:xfrm>
            <a:off x="2" y="5144322"/>
            <a:ext cx="12188823" cy="1724660"/>
          </a:xfrm>
          <a:prstGeom prst="rect">
            <a:avLst/>
          </a:prstGeom>
          <a:solidFill>
            <a:schemeClr val="accent2"/>
          </a:solidFill>
          <a:ln w="12700" algn="ctr">
            <a:noFill/>
            <a:miter lim="800000"/>
            <a:headEnd/>
            <a:tailEnd/>
          </a:ln>
          <a:effectLst/>
        </p:spPr>
        <p:txBody>
          <a:bodyPr rot="0" spcFirstLastPara="0" vertOverflow="overflow" horzOverflow="overflow" vert="horz" wrap="square" lIns="91440" tIns="45720" rIns="91440" bIns="45720" numCol="1" spcCol="0" rtlCol="0" fromWordArt="0" anchor="ctr" anchorCtr="0" forceAA="0" compatLnSpc="1">
            <a:prstTxWarp prst="textNoShape">
              <a:avLst/>
            </a:prstTxWarp>
            <a:noAutofit/>
          </a:bodyPr>
          <a:lstStyle/>
          <a:p>
            <a:pPr algn="ctr">
              <a:lnSpc>
                <a:spcPct val="80000"/>
              </a:lnSpc>
              <a:spcBef>
                <a:spcPts val="1200"/>
              </a:spcBef>
              <a:spcAft>
                <a:spcPts val="0"/>
              </a:spcAft>
              <a:buSzPct val="115000"/>
            </a:pPr>
            <a:endParaRPr lang="en-US" sz="2400" dirty="0" err="1">
              <a:latin typeface="+mn-lt"/>
            </a:endParaRPr>
          </a:p>
        </p:txBody>
      </p:sp>
      <p:sp>
        <p:nvSpPr>
          <p:cNvPr id="4" name="Footer Placeholder 3" hidden="1"/>
          <p:cNvSpPr>
            <a:spLocks noGrp="1"/>
          </p:cNvSpPr>
          <p:nvPr userDrawn="1">
            <p:ph type="ftr" sz="quarter" idx="11"/>
          </p:nvPr>
        </p:nvSpPr>
        <p:spPr/>
        <p:txBody>
          <a:bodyPr/>
          <a:lstStyle/>
          <a:p>
            <a:endParaRPr lang="en-US" dirty="0"/>
          </a:p>
        </p:txBody>
      </p:sp>
      <p:sp>
        <p:nvSpPr>
          <p:cNvPr id="14" name="Sub-title"/>
          <p:cNvSpPr>
            <a:spLocks noGrp="1"/>
          </p:cNvSpPr>
          <p:nvPr userDrawn="1">
            <p:ph type="body" sz="quarter" idx="13" hasCustomPrompt="1"/>
          </p:nvPr>
        </p:nvSpPr>
        <p:spPr>
          <a:xfrm>
            <a:off x="925841" y="3095722"/>
            <a:ext cx="6877606" cy="565804"/>
          </a:xfrm>
          <a:prstGeom prst="rect">
            <a:avLst/>
          </a:prstGeom>
        </p:spPr>
        <p:txBody>
          <a:bodyPr lIns="91440" tIns="45720" rIns="91440" bIns="45720">
            <a:noAutofit/>
          </a:bodyPr>
          <a:lstStyle>
            <a:lvl1pPr marL="0" indent="0">
              <a:buFont typeface="Arial" panose="020B0604020202020204" pitchFamily="34" charset="0"/>
              <a:buNone/>
              <a:defRPr sz="2400" b="0" baseline="0">
                <a:solidFill>
                  <a:schemeClr val="bg1"/>
                </a:solidFill>
                <a:latin typeface="Arial" panose="020B0604020202020204" pitchFamily="34" charset="0"/>
                <a:cs typeface="Arial" panose="020B0604020202020204" pitchFamily="34" charset="0"/>
              </a:defRPr>
            </a:lvl1pPr>
            <a:lvl2pPr marL="541687" indent="0">
              <a:buNone/>
              <a:defRPr/>
            </a:lvl2pPr>
            <a:lvl3pPr marL="759622" indent="0">
              <a:buNone/>
              <a:defRPr/>
            </a:lvl3pPr>
            <a:lvl4pPr marL="918321" indent="0">
              <a:buNone/>
              <a:defRPr/>
            </a:lvl4pPr>
            <a:lvl5pPr marL="1068552" indent="0">
              <a:buNone/>
              <a:defRPr/>
            </a:lvl5pPr>
          </a:lstStyle>
          <a:p>
            <a:pPr lvl="0"/>
            <a:r>
              <a:rPr lang="en-GB" dirty="0"/>
              <a:t>Presentation Subtitle</a:t>
            </a:r>
          </a:p>
        </p:txBody>
      </p:sp>
      <p:sp>
        <p:nvSpPr>
          <p:cNvPr id="15" name="Title"/>
          <p:cNvSpPr>
            <a:spLocks noGrp="1"/>
          </p:cNvSpPr>
          <p:nvPr userDrawn="1">
            <p:ph type="body" sz="quarter" idx="14" hasCustomPrompt="1"/>
          </p:nvPr>
        </p:nvSpPr>
        <p:spPr>
          <a:xfrm>
            <a:off x="925841" y="1823170"/>
            <a:ext cx="6882295" cy="1241286"/>
          </a:xfrm>
          <a:prstGeom prst="rect">
            <a:avLst/>
          </a:prstGeom>
          <a:effectLst/>
        </p:spPr>
        <p:txBody>
          <a:bodyPr>
            <a:noAutofit/>
          </a:bodyPr>
          <a:lstStyle>
            <a:lvl1pPr marL="0" indent="0">
              <a:lnSpc>
                <a:spcPts val="4000"/>
              </a:lnSpc>
              <a:spcBef>
                <a:spcPts val="0"/>
              </a:spcBef>
              <a:buFontTx/>
              <a:buNone/>
              <a:defRPr lang="en-US" sz="4000" b="1" i="0" u="none" strike="noStrike" cap="none" baseline="0" dirty="0" smtClean="0">
                <a:solidFill>
                  <a:schemeClr val="bg1"/>
                </a:solidFill>
                <a:latin typeface="Arial" panose="020B0604020202020204" pitchFamily="34" charset="0"/>
                <a:ea typeface="Arial" panose="020B0604020202020204" pitchFamily="34" charset="0"/>
                <a:cs typeface="Arial" panose="020B0604020202020204" pitchFamily="34" charset="0"/>
                <a:sym typeface="Arial"/>
              </a:defRPr>
            </a:lvl1pPr>
          </a:lstStyle>
          <a:p>
            <a:pPr marL="0" lvl="0" indent="0" algn="l" rtl="0" eaLnBrk="1" fontAlgn="base" hangingPunct="1">
              <a:lnSpc>
                <a:spcPct val="85000"/>
              </a:lnSpc>
              <a:spcBef>
                <a:spcPts val="0"/>
              </a:spcBef>
              <a:spcAft>
                <a:spcPts val="0"/>
              </a:spcAft>
              <a:buClr>
                <a:schemeClr val="tx2"/>
              </a:buClr>
              <a:buSzPts val="1400"/>
              <a:buFont typeface="Arial" panose="020B0604020202020204" pitchFamily="34" charset="0"/>
              <a:buNone/>
            </a:pPr>
            <a:r>
              <a:rPr lang="en-US" kern="0" dirty="0"/>
              <a:t>Thank you!</a:t>
            </a:r>
          </a:p>
        </p:txBody>
      </p:sp>
      <p:pic>
        <p:nvPicPr>
          <p:cNvPr id="2" name="Graphic 1">
            <a:extLst>
              <a:ext uri="{FF2B5EF4-FFF2-40B4-BE49-F238E27FC236}">
                <a16:creationId xmlns:a16="http://schemas.microsoft.com/office/drawing/2014/main" id="{C6541478-620C-AC8A-9E0E-7CC340F2E13E}"/>
              </a:ext>
            </a:extLst>
          </p:cNvPr>
          <p:cNvPicPr>
            <a:picLocks noChangeAspect="1"/>
          </p:cNvPicPr>
          <p:nvPr userDrawn="1"/>
        </p:nvPicPr>
        <p:blipFill>
          <a:blip>
            <a:extLst>
              <a:ext uri="{96DAC541-7B7A-43D3-8B79-37D633B846F1}">
                <asvg:svgBlip xmlns:asvg="http://schemas.microsoft.com/office/drawing/2016/SVG/main" r:embed="rId3"/>
              </a:ext>
            </a:extLst>
          </a:blip>
          <a:stretch>
            <a:fillRect/>
          </a:stretch>
        </p:blipFill>
        <p:spPr>
          <a:xfrm>
            <a:off x="7274540" y="5782430"/>
            <a:ext cx="2747121" cy="117277"/>
          </a:xfrm>
          <a:prstGeom prst="rect">
            <a:avLst/>
          </a:prstGeom>
        </p:spPr>
      </p:pic>
      <p:pic>
        <p:nvPicPr>
          <p:cNvPr id="6" name="Graphic 5">
            <a:extLst>
              <a:ext uri="{FF2B5EF4-FFF2-40B4-BE49-F238E27FC236}">
                <a16:creationId xmlns:a16="http://schemas.microsoft.com/office/drawing/2014/main" id="{487FC51A-6597-8000-3E52-33E2AA384E74}"/>
              </a:ext>
            </a:extLst>
          </p:cNvPr>
          <p:cNvPicPr>
            <a:picLocks noChangeAspect="1"/>
          </p:cNvPicPr>
          <p:nvPr userDrawn="1"/>
        </p:nvPicPr>
        <p:blipFill>
          <a:blip>
            <a:extLst>
              <a:ext uri="{96DAC541-7B7A-43D3-8B79-37D633B846F1}">
                <asvg:svgBlip xmlns:asvg="http://schemas.microsoft.com/office/drawing/2016/SVG/main" r:embed="rId4"/>
              </a:ext>
            </a:extLst>
          </a:blip>
          <a:stretch>
            <a:fillRect/>
          </a:stretch>
        </p:blipFill>
        <p:spPr>
          <a:xfrm>
            <a:off x="1005840" y="554965"/>
            <a:ext cx="2286000" cy="484322"/>
          </a:xfrm>
          <a:prstGeom prst="rect">
            <a:avLst/>
          </a:prstGeom>
        </p:spPr>
      </p:pic>
    </p:spTree>
    <p:extLst>
      <p:ext uri="{BB962C8B-B14F-4D97-AF65-F5344CB8AC3E}">
        <p14:creationId xmlns:p14="http://schemas.microsoft.com/office/powerpoint/2010/main" val="3427505560"/>
      </p:ext>
    </p:extLst>
  </p:cSld>
  <p:clrMapOvr>
    <a:masterClrMapping/>
  </p:clrMapOvr>
  <p:transition>
    <p:fade/>
  </p:transition>
  <p:hf sldNum="0" hdr="0" ftr="0" dt="0"/>
  <p:extLst>
    <p:ext uri="{DCECCB84-F9BA-43D5-87BE-67443E8EF086}">
      <p15:sldGuideLst xmlns:p15="http://schemas.microsoft.com/office/powerpoint/2012/main"/>
    </p:ext>
  </p:extLst>
</p:sldLayout>
</file>

<file path=ppt/slideMasters/_rels/slideMaster1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slideLayout" Target="../slideLayouts/slideLayout2.xml"/><Relationship Id="rId3" Type="http://schemas.openxmlformats.org/officeDocument/2006/relationships/slideLayout" Target="../slideLayouts/slideLayout3.xml"/><Relationship Id="rId4" Type="http://schemas.openxmlformats.org/officeDocument/2006/relationships/slideLayout" Target="../slideLayouts/slideLayout4.xml"/><Relationship Id="rId5" Type="http://schemas.openxmlformats.org/officeDocument/2006/relationships/slideLayout" Target="../slideLayouts/slideLayout5.xml"/><Relationship Id="rId6" Type="http://schemas.openxmlformats.org/officeDocument/2006/relationships/slideLayout" Target="../slideLayouts/slideLayout6.xml"/><Relationship Id="rId7" Type="http://schemas.openxmlformats.org/officeDocument/2006/relationships/slideLayout" Target="../slideLayouts/slideLayout7.xml"/><Relationship Id="rId8" Type="http://schemas.openxmlformats.org/officeDocument/2006/relationships/slideLayout" Target="../slideLayouts/slideLayout8.xml"/><Relationship Id="rId9" Type="http://schemas.openxmlformats.org/officeDocument/2006/relationships/slideLayout" Target="../slideLayouts/slideLayout9.xml"/><Relationship Id="rId10" Type="http://schemas.openxmlformats.org/officeDocument/2006/relationships/slideLayout" Target="../slideLayouts/slideLayout10.xml"/><Relationship Id="rId11" Type="http://schemas.openxmlformats.org/officeDocument/2006/relationships/slideLayout" Target="../slideLayouts/slideLayout11.xml"/><Relationship Id="rId12" Type="http://schemas.openxmlformats.org/officeDocument/2006/relationships/slideLayout" Target="../slideLayouts/slideLayout12.xml"/><Relationship Id="rId13" Type="http://schemas.openxmlformats.org/officeDocument/2006/relationships/theme" Target="../theme/theme1.xml"/><Relationship Id="rId14" Type="http://schemas.openxmlformats.org/officeDocument/2006/relationships/image" Target="../media/image1.svg"/></Relationships>
</file>

<file path=ppt/slideMasters/slideMaster1.xml><?xml version="1.0" encoding="utf-8"?>
<p:sldMaster xmlns:a="http://schemas.openxmlformats.org/drawingml/2006/main" xmlns:r="http://schemas.openxmlformats.org/officeDocument/2006/relationships" xmlns:p="http://schemas.openxmlformats.org/presentationml/2006/main">
  <p:cSld>
    <p:bg>
      <p:bgPr>
        <a:solidFill>
          <a:schemeClr val="bg1"/>
        </a:solidFill>
        <a:effectLst/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5" name="Rectangle 4">
            <a:extLst>
              <a:ext uri="{FF2B5EF4-FFF2-40B4-BE49-F238E27FC236}">
                <a16:creationId xmlns:a16="http://schemas.microsoft.com/office/drawing/2014/main" id="{2ABA5BA9-F0C1-A54B-15A6-AA66D7D1140E}"/>
              </a:ext>
            </a:extLst>
          </p:cNvPr>
          <p:cNvSpPr>
            <a:spLocks noGrp="1" noRot="1" noMove="1" noResize="1" noEditPoints="1" noAdjustHandles="1" noChangeArrowheads="1" noChangeShapeType="1"/>
          </p:cNvSpPr>
          <p:nvPr userDrawn="1"/>
        </p:nvSpPr>
        <p:spPr bwMode="auto">
          <a:xfrm>
            <a:off x="0" y="6502173"/>
            <a:ext cx="12188825" cy="355827"/>
          </a:xfrm>
          <a:prstGeom prst="rect">
            <a:avLst/>
          </a:prstGeom>
          <a:solidFill>
            <a:schemeClr val="bg2"/>
          </a:solidFill>
          <a:ln w="12700" algn="ctr">
            <a:noFill/>
            <a:miter lim="800000"/>
            <a:headEnd/>
            <a:tailEnd/>
          </a:ln>
          <a:effectLst/>
        </p:spPr>
        <p:txBody>
          <a:bodyPr rot="0" spcFirstLastPara="0" vertOverflow="overflow" horzOverflow="overflow" vert="horz" wrap="square" lIns="91440" tIns="45720" rIns="91440" bIns="45720" numCol="1" spcCol="0" rtlCol="0" fromWordArt="0" anchor="ctr" anchorCtr="0" forceAA="0" compatLnSpc="1">
            <a:prstTxWarp prst="textNoShape">
              <a:avLst/>
            </a:prstTxWarp>
            <a:noAutofit/>
          </a:bodyPr>
          <a:lstStyle/>
          <a:p>
            <a:pPr algn="ctr">
              <a:lnSpc>
                <a:spcPct val="80000"/>
              </a:lnSpc>
              <a:spcBef>
                <a:spcPts val="1200"/>
              </a:spcBef>
              <a:spcAft>
                <a:spcPts val="0"/>
              </a:spcAft>
              <a:buSzPct val="115000"/>
            </a:pPr>
            <a:endParaRPr lang="en-US" sz="2400" dirty="0" err="1">
              <a:latin typeface="+mn-lt"/>
            </a:endParaRPr>
          </a:p>
        </p:txBody>
      </p:sp>
      <p:sp>
        <p:nvSpPr>
          <p:cNvPr id="3" name="Date" hidden="1"/>
          <p:cNvSpPr>
            <a:spLocks noGrp="1"/>
          </p:cNvSpPr>
          <p:nvPr>
            <p:ph type="dt" sz="half" idx="2"/>
          </p:nvPr>
        </p:nvSpPr>
        <p:spPr>
          <a:xfrm>
            <a:off x="609600" y="6356350"/>
            <a:ext cx="2843213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l">
              <a:defRPr sz="1200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fld id="{285138E8-3F3E-4DC5-A5FA-50868B94627A}" type="datetimeFigureOut">
              <a:rPr lang="en-US" smtClean="0"/>
              <a:t>4/2/26</a:t>
            </a:fld>
            <a:endParaRPr lang="en-US" dirty="0"/>
          </a:p>
        </p:txBody>
      </p:sp>
      <p:sp>
        <p:nvSpPr>
          <p:cNvPr id="11" name="Bullet text"/>
          <p:cNvSpPr>
            <a:spLocks noGrp="1" noChangeArrowheads="1"/>
          </p:cNvSpPr>
          <p:nvPr>
            <p:ph type="body" idx="1"/>
          </p:nvPr>
        </p:nvSpPr>
        <p:spPr bwMode="auto">
          <a:xfrm>
            <a:off x="583842" y="1534473"/>
            <a:ext cx="11022371" cy="4767267"/>
          </a:xfrm>
          <a:prstGeom prst="rect">
            <a:avLst/>
          </a:prstGeom>
          <a:noFill/>
          <a:ln>
            <a:noFill/>
          </a:ln>
          <a:effectLst/>
          <a:extLst>
            <a:ext uri="{909E8E84-426E-40DD-AFC4-6F175D3DCCD1}">
              <a14:hiddenFill xmlns:a14="http://schemas.microsoft.com/office/drawing/2010/main">
                <a:solidFill>
                  <a:schemeClr val="accent1"/>
                </a:solidFill>
              </a14:hiddenFill>
            </a:ext>
            <a:ext uri="{91240B29-F687-4F45-9708-019B960494DF}">
              <a14:hiddenLine xmlns:a14="http://schemas.microsoft.com/office/drawing/2010/main" w="9525">
                <a:solidFill>
                  <a:schemeClr val="tx1"/>
                </a:solidFill>
                <a:miter lim="800000"/>
                <a:headEnd/>
                <a:tailEnd/>
              </a14:hiddenLine>
            </a:ext>
            <a:ext uri="{AF507438-7753-43E0-B8FC-AC1667EBCBE1}">
              <a14:hiddenEffects xmlns:a14="http://schemas.microsoft.com/office/drawing/2010/main">
                <a:effectLst>
                  <a:outerShdw dist="35921" dir="2700000" algn="ctr" rotWithShape="0">
                    <a:schemeClr val="bg2"/>
                  </a:outerShdw>
                </a:effectLst>
              </a14:hiddenEffects>
            </a:ext>
          </a:extLst>
        </p:spPr>
        <p:txBody>
          <a:bodyPr vert="horz" wrap="square" lIns="91440" tIns="45720" rIns="91440" bIns="45720" numCol="1" anchor="t" anchorCtr="0" compatLnSpc="1">
            <a:prstTxWarp prst="textNoShape">
              <a:avLst/>
            </a:prstTxWarp>
            <a:noAutofit/>
          </a:bodyPr>
          <a:lstStyle/>
          <a:p>
            <a:pPr lvl="0"/>
            <a:r>
              <a:rPr lang="en-US" dirty="0"/>
              <a:t>First Level</a:t>
            </a:r>
          </a:p>
          <a:p>
            <a:pPr lvl="1"/>
            <a:r>
              <a:rPr lang="en-US" dirty="0"/>
              <a:t>Second level</a:t>
            </a:r>
          </a:p>
          <a:p>
            <a:pPr lvl="2"/>
            <a:r>
              <a:rPr lang="en-US" dirty="0"/>
              <a:t>Third level</a:t>
            </a:r>
          </a:p>
          <a:p>
            <a:pPr lvl="0"/>
            <a:endParaRPr lang="en-US" dirty="0"/>
          </a:p>
          <a:p>
            <a:pPr lvl="0"/>
            <a:endParaRPr lang="en-US" dirty="0"/>
          </a:p>
        </p:txBody>
      </p:sp>
      <p:sp>
        <p:nvSpPr>
          <p:cNvPr id="58371" name="Slide Title"/>
          <p:cNvSpPr>
            <a:spLocks noGrp="1" noChangeArrowheads="1"/>
          </p:cNvSpPr>
          <p:nvPr>
            <p:ph type="title"/>
          </p:nvPr>
        </p:nvSpPr>
        <p:spPr bwMode="auto">
          <a:xfrm>
            <a:off x="583842" y="460552"/>
            <a:ext cx="11022371" cy="914400"/>
          </a:xfrm>
          <a:prstGeom prst="rect">
            <a:avLst/>
          </a:prstGeom>
          <a:noFill/>
          <a:ln>
            <a:noFill/>
          </a:ln>
          <a:effectLst/>
          <a:extLst>
            <a:ext uri="{909E8E84-426E-40DD-AFC4-6F175D3DCCD1}">
              <a14:hiddenFill xmlns:a14="http://schemas.microsoft.com/office/drawing/2010/main">
                <a:solidFill>
                  <a:schemeClr val="accent1"/>
                </a:solidFill>
              </a14:hiddenFill>
            </a:ext>
            <a:ext uri="{91240B29-F687-4F45-9708-019B960494DF}">
              <a14:hiddenLine xmlns:a14="http://schemas.microsoft.com/office/drawing/2010/main" w="9525">
                <a:solidFill>
                  <a:schemeClr val="tx1"/>
                </a:solidFill>
                <a:miter lim="800000"/>
                <a:headEnd/>
                <a:tailEnd/>
              </a14:hiddenLine>
            </a:ext>
            <a:ext uri="{AF507438-7753-43E0-B8FC-AC1667EBCBE1}">
              <a14:hiddenEffects xmlns:a14="http://schemas.microsoft.com/office/drawing/2010/main">
                <a:effectLst>
                  <a:outerShdw dist="35921" dir="2700000" algn="ctr" rotWithShape="0">
                    <a:schemeClr val="bg2"/>
                  </a:outerShdw>
                </a:effectLst>
              </a14:hiddenEffects>
            </a:ext>
          </a:extLst>
        </p:spPr>
        <p:txBody>
          <a:bodyPr vert="horz" wrap="square" lIns="91440" tIns="45720" rIns="91440" bIns="45720" numCol="1" anchor="t" anchorCtr="0" compatLnSpc="1">
            <a:prstTxWarp prst="textNoShape">
              <a:avLst/>
            </a:prstTxWarp>
            <a:noAutofit/>
          </a:bodyPr>
          <a:lstStyle/>
          <a:p>
            <a:pPr lvl="0"/>
            <a:r>
              <a:rPr lang="en-US"/>
              <a:t>Click to edit Master title style</a:t>
            </a:r>
            <a:endParaRPr lang="en-US" dirty="0"/>
          </a:p>
        </p:txBody>
      </p:sp>
      <p:sp>
        <p:nvSpPr>
          <p:cNvPr id="10" name="Footer_page number"/>
          <p:cNvSpPr txBox="1">
            <a:spLocks/>
          </p:cNvSpPr>
          <p:nvPr/>
        </p:nvSpPr>
        <p:spPr>
          <a:xfrm>
            <a:off x="9897959" y="6559936"/>
            <a:ext cx="1840451" cy="269820"/>
          </a:xfrm>
          <a:prstGeom prst="rect">
            <a:avLst/>
          </a:prstGeom>
        </p:spPr>
        <p:txBody>
          <a:bodyPr wrap="square" lIns="121899" tIns="60949" rIns="121899" bIns="60949" anchor="ctr">
            <a:noAutofit/>
          </a:bodyPr>
          <a:lstStyle>
            <a:defPPr>
              <a:defRPr lang="en-US"/>
            </a:defPPr>
            <a:lvl1pPr algn="ctr" rtl="0" fontAlgn="base">
              <a:spcBef>
                <a:spcPct val="20000"/>
              </a:spcBef>
              <a:spcAft>
                <a:spcPct val="0"/>
              </a:spcAft>
              <a:buClr>
                <a:schemeClr val="accent2"/>
              </a:buClr>
              <a:buSzPct val="65000"/>
              <a:buFont typeface="Wingdings" pitchFamily="2" charset="2"/>
              <a:defRPr sz="900" kern="1200">
                <a:solidFill>
                  <a:schemeClr val="bg1"/>
                </a:solidFill>
                <a:latin typeface="+mn-lt"/>
                <a:ea typeface="+mn-ea"/>
                <a:cs typeface="+mn-cs"/>
              </a:defRPr>
            </a:lvl1pPr>
            <a:lvl2pPr marL="457200" algn="l" rtl="0" fontAlgn="base">
              <a:spcBef>
                <a:spcPct val="20000"/>
              </a:spcBef>
              <a:spcAft>
                <a:spcPct val="0"/>
              </a:spcAft>
              <a:buClr>
                <a:schemeClr val="accent2"/>
              </a:buClr>
              <a:buSzPct val="65000"/>
              <a:buFont typeface="Wingdings" pitchFamily="2" charset="2"/>
              <a:defRPr sz="3000" kern="1200">
                <a:solidFill>
                  <a:schemeClr val="tx1"/>
                </a:solidFill>
                <a:latin typeface="Helvetica" pitchFamily="34" charset="0"/>
                <a:ea typeface="+mn-ea"/>
                <a:cs typeface="+mn-cs"/>
              </a:defRPr>
            </a:lvl2pPr>
            <a:lvl3pPr marL="914400" algn="l" rtl="0" fontAlgn="base">
              <a:spcBef>
                <a:spcPct val="20000"/>
              </a:spcBef>
              <a:spcAft>
                <a:spcPct val="0"/>
              </a:spcAft>
              <a:buClr>
                <a:schemeClr val="accent2"/>
              </a:buClr>
              <a:buSzPct val="65000"/>
              <a:buFont typeface="Wingdings" pitchFamily="2" charset="2"/>
              <a:defRPr sz="3000" kern="1200">
                <a:solidFill>
                  <a:schemeClr val="tx1"/>
                </a:solidFill>
                <a:latin typeface="Helvetica" pitchFamily="34" charset="0"/>
                <a:ea typeface="+mn-ea"/>
                <a:cs typeface="+mn-cs"/>
              </a:defRPr>
            </a:lvl3pPr>
            <a:lvl4pPr marL="1371600" algn="l" rtl="0" fontAlgn="base">
              <a:spcBef>
                <a:spcPct val="20000"/>
              </a:spcBef>
              <a:spcAft>
                <a:spcPct val="0"/>
              </a:spcAft>
              <a:buClr>
                <a:schemeClr val="accent2"/>
              </a:buClr>
              <a:buSzPct val="65000"/>
              <a:buFont typeface="Wingdings" pitchFamily="2" charset="2"/>
              <a:defRPr sz="3000" kern="1200">
                <a:solidFill>
                  <a:schemeClr val="tx1"/>
                </a:solidFill>
                <a:latin typeface="Helvetica" pitchFamily="34" charset="0"/>
                <a:ea typeface="+mn-ea"/>
                <a:cs typeface="+mn-cs"/>
              </a:defRPr>
            </a:lvl4pPr>
            <a:lvl5pPr marL="1828800" algn="l" rtl="0" fontAlgn="base">
              <a:spcBef>
                <a:spcPct val="20000"/>
              </a:spcBef>
              <a:spcAft>
                <a:spcPct val="0"/>
              </a:spcAft>
              <a:buClr>
                <a:schemeClr val="accent2"/>
              </a:buClr>
              <a:buSzPct val="65000"/>
              <a:buFont typeface="Wingdings" pitchFamily="2" charset="2"/>
              <a:defRPr sz="3000" kern="1200">
                <a:solidFill>
                  <a:schemeClr val="tx1"/>
                </a:solidFill>
                <a:latin typeface="Helvetica" pitchFamily="34" charset="0"/>
                <a:ea typeface="+mn-ea"/>
                <a:cs typeface="+mn-cs"/>
              </a:defRPr>
            </a:lvl5pPr>
            <a:lvl6pPr marL="2286000" algn="l" defTabSz="914400" rtl="0" eaLnBrk="1" latinLnBrk="0" hangingPunct="1">
              <a:defRPr sz="3000" kern="1200">
                <a:solidFill>
                  <a:schemeClr val="tx1"/>
                </a:solidFill>
                <a:latin typeface="Helvetica" pitchFamily="34" charset="0"/>
                <a:ea typeface="+mn-ea"/>
                <a:cs typeface="+mn-cs"/>
              </a:defRPr>
            </a:lvl6pPr>
            <a:lvl7pPr marL="2743200" algn="l" defTabSz="914400" rtl="0" eaLnBrk="1" latinLnBrk="0" hangingPunct="1">
              <a:defRPr sz="3000" kern="1200">
                <a:solidFill>
                  <a:schemeClr val="tx1"/>
                </a:solidFill>
                <a:latin typeface="Helvetica" pitchFamily="34" charset="0"/>
                <a:ea typeface="+mn-ea"/>
                <a:cs typeface="+mn-cs"/>
              </a:defRPr>
            </a:lvl7pPr>
            <a:lvl8pPr marL="3200400" algn="l" defTabSz="914400" rtl="0" eaLnBrk="1" latinLnBrk="0" hangingPunct="1">
              <a:defRPr sz="3000" kern="1200">
                <a:solidFill>
                  <a:schemeClr val="tx1"/>
                </a:solidFill>
                <a:latin typeface="Helvetica" pitchFamily="34" charset="0"/>
                <a:ea typeface="+mn-ea"/>
                <a:cs typeface="+mn-cs"/>
              </a:defRPr>
            </a:lvl8pPr>
            <a:lvl9pPr marL="3657600" algn="l" defTabSz="914400" rtl="0" eaLnBrk="1" latinLnBrk="0" hangingPunct="1">
              <a:defRPr sz="3000" kern="1200">
                <a:solidFill>
                  <a:schemeClr val="tx1"/>
                </a:solidFill>
                <a:latin typeface="Helvetica" pitchFamily="34" charset="0"/>
                <a:ea typeface="+mn-ea"/>
                <a:cs typeface="+mn-cs"/>
              </a:defRPr>
            </a:lvl9pPr>
          </a:lstStyle>
          <a:p>
            <a:pPr algn="r" fontAlgn="auto">
              <a:spcBef>
                <a:spcPts val="0"/>
              </a:spcBef>
              <a:spcAft>
                <a:spcPts val="0"/>
              </a:spcAft>
              <a:buClrTx/>
              <a:buSzTx/>
              <a:buFontTx/>
              <a:buNone/>
              <a:defRPr/>
            </a:pPr>
            <a:fld id="{349D3042-9933-4C71-BBE3-FA9237566B45}" type="slidenum">
              <a:rPr lang="en-US" sz="1000" kern="0" smtClean="0">
                <a:solidFill>
                  <a:srgbClr val="8A8A8A"/>
                </a:solidFill>
                <a:latin typeface="+mn-lt"/>
                <a:ea typeface="+mn-ea"/>
                <a:cs typeface="+mn-cs"/>
              </a:rPr>
              <a:pPr algn="r" fontAlgn="auto">
                <a:spcBef>
                  <a:spcPts val="0"/>
                </a:spcBef>
                <a:spcAft>
                  <a:spcPts val="0"/>
                </a:spcAft>
                <a:buClrTx/>
                <a:buSzTx/>
                <a:buFontTx/>
                <a:buNone/>
                <a:defRPr/>
              </a:pPr>
              <a:t>‹#›</a:t>
            </a:fld>
            <a:endParaRPr lang="en-US" sz="1100" kern="0" dirty="0">
              <a:solidFill>
                <a:srgbClr val="8A8A8A"/>
              </a:solidFill>
              <a:latin typeface="+mn-lt"/>
              <a:ea typeface="+mn-ea"/>
              <a:cs typeface="+mn-cs"/>
            </a:endParaRPr>
          </a:p>
        </p:txBody>
      </p:sp>
      <p:sp>
        <p:nvSpPr>
          <p:cNvPr id="8" name="Footer_copyright"/>
          <p:cNvSpPr txBox="1">
            <a:spLocks/>
          </p:cNvSpPr>
          <p:nvPr/>
        </p:nvSpPr>
        <p:spPr>
          <a:xfrm>
            <a:off x="8833612" y="6543258"/>
            <a:ext cx="2744799" cy="304221"/>
          </a:xfrm>
          <a:prstGeom prst="rect">
            <a:avLst/>
          </a:prstGeom>
        </p:spPr>
        <p:txBody>
          <a:bodyPr wrap="square" lIns="121899" tIns="60949" rIns="121899" bIns="60949" anchor="ctr">
            <a:noAutofit/>
          </a:bodyPr>
          <a:lstStyle>
            <a:defPPr>
              <a:defRPr lang="en-US"/>
            </a:defPPr>
            <a:lvl1pPr algn="ctr" rtl="0" fontAlgn="base">
              <a:spcBef>
                <a:spcPct val="20000"/>
              </a:spcBef>
              <a:spcAft>
                <a:spcPct val="0"/>
              </a:spcAft>
              <a:buClr>
                <a:schemeClr val="accent2"/>
              </a:buClr>
              <a:buSzPct val="65000"/>
              <a:buFont typeface="Wingdings" pitchFamily="2" charset="2"/>
              <a:defRPr sz="900" kern="1200">
                <a:solidFill>
                  <a:schemeClr val="bg1"/>
                </a:solidFill>
                <a:latin typeface="+mn-lt"/>
                <a:ea typeface="+mn-ea"/>
                <a:cs typeface="+mn-cs"/>
              </a:defRPr>
            </a:lvl1pPr>
            <a:lvl2pPr marL="457200" algn="l" rtl="0" fontAlgn="base">
              <a:spcBef>
                <a:spcPct val="20000"/>
              </a:spcBef>
              <a:spcAft>
                <a:spcPct val="0"/>
              </a:spcAft>
              <a:buClr>
                <a:schemeClr val="accent2"/>
              </a:buClr>
              <a:buSzPct val="65000"/>
              <a:buFont typeface="Wingdings" pitchFamily="2" charset="2"/>
              <a:defRPr sz="3000" kern="1200">
                <a:solidFill>
                  <a:schemeClr val="tx1"/>
                </a:solidFill>
                <a:latin typeface="Helvetica" pitchFamily="34" charset="0"/>
                <a:ea typeface="+mn-ea"/>
                <a:cs typeface="+mn-cs"/>
              </a:defRPr>
            </a:lvl2pPr>
            <a:lvl3pPr marL="914400" algn="l" rtl="0" fontAlgn="base">
              <a:spcBef>
                <a:spcPct val="20000"/>
              </a:spcBef>
              <a:spcAft>
                <a:spcPct val="0"/>
              </a:spcAft>
              <a:buClr>
                <a:schemeClr val="accent2"/>
              </a:buClr>
              <a:buSzPct val="65000"/>
              <a:buFont typeface="Wingdings" pitchFamily="2" charset="2"/>
              <a:defRPr sz="3000" kern="1200">
                <a:solidFill>
                  <a:schemeClr val="tx1"/>
                </a:solidFill>
                <a:latin typeface="Helvetica" pitchFamily="34" charset="0"/>
                <a:ea typeface="+mn-ea"/>
                <a:cs typeface="+mn-cs"/>
              </a:defRPr>
            </a:lvl3pPr>
            <a:lvl4pPr marL="1371600" algn="l" rtl="0" fontAlgn="base">
              <a:spcBef>
                <a:spcPct val="20000"/>
              </a:spcBef>
              <a:spcAft>
                <a:spcPct val="0"/>
              </a:spcAft>
              <a:buClr>
                <a:schemeClr val="accent2"/>
              </a:buClr>
              <a:buSzPct val="65000"/>
              <a:buFont typeface="Wingdings" pitchFamily="2" charset="2"/>
              <a:defRPr sz="3000" kern="1200">
                <a:solidFill>
                  <a:schemeClr val="tx1"/>
                </a:solidFill>
                <a:latin typeface="Helvetica" pitchFamily="34" charset="0"/>
                <a:ea typeface="+mn-ea"/>
                <a:cs typeface="+mn-cs"/>
              </a:defRPr>
            </a:lvl4pPr>
            <a:lvl5pPr marL="1828800" algn="l" rtl="0" fontAlgn="base">
              <a:spcBef>
                <a:spcPct val="20000"/>
              </a:spcBef>
              <a:spcAft>
                <a:spcPct val="0"/>
              </a:spcAft>
              <a:buClr>
                <a:schemeClr val="accent2"/>
              </a:buClr>
              <a:buSzPct val="65000"/>
              <a:buFont typeface="Wingdings" pitchFamily="2" charset="2"/>
              <a:defRPr sz="3000" kern="1200">
                <a:solidFill>
                  <a:schemeClr val="tx1"/>
                </a:solidFill>
                <a:latin typeface="Helvetica" pitchFamily="34" charset="0"/>
                <a:ea typeface="+mn-ea"/>
                <a:cs typeface="+mn-cs"/>
              </a:defRPr>
            </a:lvl5pPr>
            <a:lvl6pPr marL="2286000" algn="l" defTabSz="914400" rtl="0" eaLnBrk="1" latinLnBrk="0" hangingPunct="1">
              <a:defRPr sz="3000" kern="1200">
                <a:solidFill>
                  <a:schemeClr val="tx1"/>
                </a:solidFill>
                <a:latin typeface="Helvetica" pitchFamily="34" charset="0"/>
                <a:ea typeface="+mn-ea"/>
                <a:cs typeface="+mn-cs"/>
              </a:defRPr>
            </a:lvl6pPr>
            <a:lvl7pPr marL="2743200" algn="l" defTabSz="914400" rtl="0" eaLnBrk="1" latinLnBrk="0" hangingPunct="1">
              <a:defRPr sz="3000" kern="1200">
                <a:solidFill>
                  <a:schemeClr val="tx1"/>
                </a:solidFill>
                <a:latin typeface="Helvetica" pitchFamily="34" charset="0"/>
                <a:ea typeface="+mn-ea"/>
                <a:cs typeface="+mn-cs"/>
              </a:defRPr>
            </a:lvl7pPr>
            <a:lvl8pPr marL="3200400" algn="l" defTabSz="914400" rtl="0" eaLnBrk="1" latinLnBrk="0" hangingPunct="1">
              <a:defRPr sz="3000" kern="1200">
                <a:solidFill>
                  <a:schemeClr val="tx1"/>
                </a:solidFill>
                <a:latin typeface="Helvetica" pitchFamily="34" charset="0"/>
                <a:ea typeface="+mn-ea"/>
                <a:cs typeface="+mn-cs"/>
              </a:defRPr>
            </a:lvl8pPr>
            <a:lvl9pPr marL="3657600" algn="l" defTabSz="914400" rtl="0" eaLnBrk="1" latinLnBrk="0" hangingPunct="1">
              <a:defRPr sz="3000" kern="1200">
                <a:solidFill>
                  <a:schemeClr val="tx1"/>
                </a:solidFill>
                <a:latin typeface="Helvetica" pitchFamily="34" charset="0"/>
                <a:ea typeface="+mn-ea"/>
                <a:cs typeface="+mn-cs"/>
              </a:defRPr>
            </a:lvl9pPr>
          </a:lstStyle>
          <a:p>
            <a:pPr algn="l" rtl="0" fontAlgn="auto">
              <a:spcBef>
                <a:spcPts val="0"/>
              </a:spcBef>
              <a:spcAft>
                <a:spcPts val="0"/>
              </a:spcAft>
              <a:buClrTx/>
              <a:buSzTx/>
              <a:buFontTx/>
              <a:buNone/>
              <a:defRPr/>
            </a:pPr>
            <a:r>
              <a:rPr lang="en-US" sz="900" kern="0" dirty="0">
                <a:solidFill>
                  <a:schemeClr val="bg1">
                    <a:lumMod val="50000"/>
                  </a:schemeClr>
                </a:solidFill>
              </a:rPr>
              <a:t>©2026 Check Point Software Technologies</a:t>
            </a:r>
            <a:r>
              <a:rPr lang="en-US" sz="900" kern="0" baseline="0" dirty="0">
                <a:solidFill>
                  <a:schemeClr val="bg1">
                    <a:lumMod val="50000"/>
                  </a:schemeClr>
                </a:solidFill>
              </a:rPr>
              <a:t> </a:t>
            </a:r>
            <a:r>
              <a:rPr lang="en-US" sz="900" kern="0" dirty="0">
                <a:solidFill>
                  <a:schemeClr val="bg1">
                    <a:lumMod val="50000"/>
                  </a:schemeClr>
                </a:solidFill>
              </a:rPr>
              <a:t>Ltd. </a:t>
            </a:r>
          </a:p>
        </p:txBody>
      </p:sp>
      <p:sp>
        <p:nvSpPr>
          <p:cNvPr id="2" name="Footer Placeholder 1" hidden="1"/>
          <p:cNvSpPr>
            <a:spLocks noGrp="1"/>
          </p:cNvSpPr>
          <p:nvPr>
            <p:ph type="ftr" sz="quarter" idx="3"/>
          </p:nvPr>
        </p:nvSpPr>
        <p:spPr>
          <a:xfrm>
            <a:off x="5934456" y="6543915"/>
            <a:ext cx="3097481" cy="302408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ctr">
              <a:defRPr sz="900">
                <a:solidFill>
                  <a:schemeClr val="bg1">
                    <a:lumMod val="75000"/>
                  </a:schemeClr>
                </a:solidFill>
                <a:latin typeface="+mn-lt"/>
              </a:defRPr>
            </a:lvl1pPr>
          </a:lstStyle>
          <a:p>
            <a:endParaRPr lang="en-US" dirty="0"/>
          </a:p>
        </p:txBody>
      </p:sp>
      <p:pic>
        <p:nvPicPr>
          <p:cNvPr id="13" name="Graphic 12">
            <a:extLst>
              <a:ext uri="{FF2B5EF4-FFF2-40B4-BE49-F238E27FC236}">
                <a16:creationId xmlns:a16="http://schemas.microsoft.com/office/drawing/2014/main" id="{29533D07-DCE3-78B7-7A68-0EB606316B32}"/>
              </a:ext>
            </a:extLst>
          </p:cNvPr>
          <p:cNvPicPr>
            <a:picLocks noChangeAspect="1"/>
          </p:cNvPicPr>
          <p:nvPr userDrawn="1"/>
        </p:nvPicPr>
        <p:blipFill>
          <a:blip>
            <a:extLst>
              <a:ext uri="{96DAC541-7B7A-43D3-8B79-37D633B846F1}">
                <asvg:svgBlip xmlns:asvg="http://schemas.microsoft.com/office/drawing/2016/SVG/main" r:embed="rId14"/>
              </a:ext>
            </a:extLst>
          </a:blip>
          <a:stretch>
            <a:fillRect/>
          </a:stretch>
        </p:blipFill>
        <p:spPr>
          <a:xfrm>
            <a:off x="612648" y="6554886"/>
            <a:ext cx="992673" cy="210312"/>
          </a:xfrm>
          <a:prstGeom prst="rect">
            <a:avLst/>
          </a:prstGeom>
        </p:spPr>
      </p:pic>
      <p:sp>
        <p:nvSpPr>
          <p:cNvPr id="6" name="TextBox 5">
            <a:extLst>
              <a:ext uri="{FF2B5EF4-FFF2-40B4-BE49-F238E27FC236}">
                <a16:creationId xmlns:a16="http://schemas.microsoft.com/office/drawing/2014/main" id="{C9FE71E5-8AC4-A85F-7B8B-0F9C8E6A60B3}"/>
              </a:ext>
            </a:extLst>
          </p:cNvPr>
          <p:cNvSpPr txBox="1"/>
          <p:nvPr userDrawn="1">
            <p:extLst>
              <p:ext uri="{1162E1C5-73C7-4A58-AE30-91384D911F3F}">
                <p184:classification xmlns:p184="http://schemas.microsoft.com/office/powerpoint/2018/4/main" val="ftr"/>
              </p:ext>
            </p:extLst>
          </p:nvPr>
        </p:nvSpPr>
        <p:spPr>
          <a:xfrm>
            <a:off x="5756275" y="6657340"/>
            <a:ext cx="700088" cy="137160"/>
          </a:xfrm>
          <a:prstGeom prst="rect">
            <a:avLst/>
          </a:prstGeom>
        </p:spPr>
        <p:txBody>
          <a:bodyPr horzOverflow="overflow" lIns="0" tIns="0" rIns="0" bIns="0">
            <a:spAutoFit/>
          </a:bodyPr>
          <a:lstStyle/>
          <a:p>
            <a:pPr algn="l"/>
            <a:r>
              <a:rPr lang="en-IL" sz="900">
                <a:solidFill>
                  <a:srgbClr val="000000">
                    <a:alpha val="50000"/>
                  </a:srgbClr>
                </a:solidFill>
                <a:latin typeface="Aptos" panose="020B0004020202020204" pitchFamily="34" charset="0"/>
              </a:rPr>
              <a:t>[Confidential]</a:t>
            </a:r>
          </a:p>
        </p:txBody>
      </p:sp>
    </p:spTree>
    <p:extLst>
      <p:ext uri="{BB962C8B-B14F-4D97-AF65-F5344CB8AC3E}">
        <p14:creationId xmlns:p14="http://schemas.microsoft.com/office/powerpoint/2010/main" val="138871122"/>
      </p:ext>
    </p:extLst>
  </p:cSld>
  <p:clrMap bg1="lt1" tx1="dk1" bg2="lt2" tx2="dk2" accent1="accent1" accent2="accent2" accent3="accent3" accent4="accent4" accent5="accent5" accent6="accent6" hlink="hlink" folHlink="folHlink"/>
  <p:sldLayoutIdLst>
    <p:sldLayoutId id="2147483920" r:id="rId1"/>
    <p:sldLayoutId id="2147483926" r:id="rId2"/>
    <p:sldLayoutId id="2147483882" r:id="rId3"/>
    <p:sldLayoutId id="2147483924" r:id="rId4"/>
    <p:sldLayoutId id="2147483918" r:id="rId5"/>
    <p:sldLayoutId id="2147483925" r:id="rId6"/>
    <p:sldLayoutId id="2147483883" r:id="rId7"/>
    <p:sldLayoutId id="2147483885" r:id="rId8"/>
    <p:sldLayoutId id="2147483879" r:id="rId9"/>
    <p:sldLayoutId id="2147483889" r:id="rId10"/>
    <p:sldLayoutId id="2147483890" r:id="rId11"/>
    <p:sldLayoutId id="2147483927" r:id="rId12"/>
  </p:sldLayoutIdLst>
  <p:transition>
    <p:fade/>
  </p:transition>
  <p:hf sldNum="0" hdr="0" ftr="0" dt="0"/>
  <p:txStyles>
    <p:titleStyle>
      <a:lvl1pPr algn="l" rtl="0" eaLnBrk="1" fontAlgn="base" hangingPunct="1">
        <a:lnSpc>
          <a:spcPct val="85000"/>
        </a:lnSpc>
        <a:spcBef>
          <a:spcPct val="0"/>
        </a:spcBef>
        <a:spcAft>
          <a:spcPct val="0"/>
        </a:spcAft>
        <a:defRPr sz="3400" b="0">
          <a:solidFill>
            <a:schemeClr val="tx2"/>
          </a:solidFill>
          <a:latin typeface="Arial" panose="020B0604020202020204" pitchFamily="34" charset="0"/>
          <a:ea typeface="+mj-ea"/>
          <a:cs typeface="Arial" panose="020B0604020202020204" pitchFamily="34" charset="0"/>
        </a:defRPr>
      </a:lvl1pPr>
      <a:lvl2pPr algn="l" rtl="0" eaLnBrk="1" fontAlgn="base" hangingPunct="1">
        <a:lnSpc>
          <a:spcPct val="85000"/>
        </a:lnSpc>
        <a:spcBef>
          <a:spcPct val="0"/>
        </a:spcBef>
        <a:spcAft>
          <a:spcPct val="0"/>
        </a:spcAft>
        <a:defRPr sz="3700" b="1">
          <a:solidFill>
            <a:srgbClr val="4E4E4E"/>
          </a:solidFill>
          <a:latin typeface="Helvetica" pitchFamily="34" charset="0"/>
        </a:defRPr>
      </a:lvl2pPr>
      <a:lvl3pPr algn="l" rtl="0" eaLnBrk="1" fontAlgn="base" hangingPunct="1">
        <a:lnSpc>
          <a:spcPct val="85000"/>
        </a:lnSpc>
        <a:spcBef>
          <a:spcPct val="0"/>
        </a:spcBef>
        <a:spcAft>
          <a:spcPct val="0"/>
        </a:spcAft>
        <a:defRPr sz="3700" b="1">
          <a:solidFill>
            <a:srgbClr val="4E4E4E"/>
          </a:solidFill>
          <a:latin typeface="Helvetica" pitchFamily="34" charset="0"/>
        </a:defRPr>
      </a:lvl3pPr>
      <a:lvl4pPr algn="l" rtl="0" eaLnBrk="1" fontAlgn="base" hangingPunct="1">
        <a:lnSpc>
          <a:spcPct val="85000"/>
        </a:lnSpc>
        <a:spcBef>
          <a:spcPct val="0"/>
        </a:spcBef>
        <a:spcAft>
          <a:spcPct val="0"/>
        </a:spcAft>
        <a:defRPr sz="3700" b="1">
          <a:solidFill>
            <a:srgbClr val="4E4E4E"/>
          </a:solidFill>
          <a:latin typeface="Helvetica" pitchFamily="34" charset="0"/>
        </a:defRPr>
      </a:lvl4pPr>
      <a:lvl5pPr algn="l" rtl="0" eaLnBrk="1" fontAlgn="base" hangingPunct="1">
        <a:lnSpc>
          <a:spcPct val="85000"/>
        </a:lnSpc>
        <a:spcBef>
          <a:spcPct val="0"/>
        </a:spcBef>
        <a:spcAft>
          <a:spcPct val="0"/>
        </a:spcAft>
        <a:defRPr sz="3700" b="1">
          <a:solidFill>
            <a:srgbClr val="4E4E4E"/>
          </a:solidFill>
          <a:latin typeface="Helvetica" pitchFamily="34" charset="0"/>
        </a:defRPr>
      </a:lvl5pPr>
      <a:lvl6pPr marL="609493" algn="l" rtl="0" eaLnBrk="1" fontAlgn="base" hangingPunct="1">
        <a:lnSpc>
          <a:spcPct val="85000"/>
        </a:lnSpc>
        <a:spcBef>
          <a:spcPct val="0"/>
        </a:spcBef>
        <a:spcAft>
          <a:spcPct val="0"/>
        </a:spcAft>
        <a:defRPr sz="3700" b="1">
          <a:solidFill>
            <a:srgbClr val="4E4E4E"/>
          </a:solidFill>
          <a:latin typeface="Helvetica" pitchFamily="34" charset="0"/>
        </a:defRPr>
      </a:lvl6pPr>
      <a:lvl7pPr marL="1218987" algn="l" rtl="0" eaLnBrk="1" fontAlgn="base" hangingPunct="1">
        <a:lnSpc>
          <a:spcPct val="85000"/>
        </a:lnSpc>
        <a:spcBef>
          <a:spcPct val="0"/>
        </a:spcBef>
        <a:spcAft>
          <a:spcPct val="0"/>
        </a:spcAft>
        <a:defRPr sz="3700" b="1">
          <a:solidFill>
            <a:srgbClr val="4E4E4E"/>
          </a:solidFill>
          <a:latin typeface="Helvetica" pitchFamily="34" charset="0"/>
        </a:defRPr>
      </a:lvl7pPr>
      <a:lvl8pPr marL="1828480" algn="l" rtl="0" eaLnBrk="1" fontAlgn="base" hangingPunct="1">
        <a:lnSpc>
          <a:spcPct val="85000"/>
        </a:lnSpc>
        <a:spcBef>
          <a:spcPct val="0"/>
        </a:spcBef>
        <a:spcAft>
          <a:spcPct val="0"/>
        </a:spcAft>
        <a:defRPr sz="3700" b="1">
          <a:solidFill>
            <a:srgbClr val="4E4E4E"/>
          </a:solidFill>
          <a:latin typeface="Helvetica" pitchFamily="34" charset="0"/>
        </a:defRPr>
      </a:lvl8pPr>
      <a:lvl9pPr marL="2437973" algn="l" rtl="0" eaLnBrk="1" fontAlgn="base" hangingPunct="1">
        <a:lnSpc>
          <a:spcPct val="85000"/>
        </a:lnSpc>
        <a:spcBef>
          <a:spcPct val="0"/>
        </a:spcBef>
        <a:spcAft>
          <a:spcPct val="0"/>
        </a:spcAft>
        <a:defRPr sz="3700" b="1">
          <a:solidFill>
            <a:srgbClr val="4E4E4E"/>
          </a:solidFill>
          <a:latin typeface="Helvetica" pitchFamily="34" charset="0"/>
        </a:defRPr>
      </a:lvl9pPr>
    </p:titleStyle>
    <p:bodyStyle>
      <a:lvl1pPr marL="228600" indent="-228600" algn="l" rtl="0" eaLnBrk="1" fontAlgn="base" hangingPunct="1">
        <a:lnSpc>
          <a:spcPct val="95000"/>
        </a:lnSpc>
        <a:spcBef>
          <a:spcPts val="1000"/>
        </a:spcBef>
        <a:spcAft>
          <a:spcPct val="0"/>
        </a:spcAft>
        <a:buClr>
          <a:schemeClr val="bg1">
            <a:lumMod val="50000"/>
          </a:schemeClr>
        </a:buClr>
        <a:buSzPct val="85000"/>
        <a:buFont typeface="Arial" panose="020B0604020202020204" pitchFamily="34" charset="0"/>
        <a:buChar char="•"/>
        <a:defRPr lang="en-US" sz="2400" dirty="0" smtClean="0">
          <a:solidFill>
            <a:schemeClr val="tx1"/>
          </a:solidFill>
          <a:latin typeface="Arial" panose="020B0604020202020204" pitchFamily="34" charset="0"/>
          <a:ea typeface="+mn-ea"/>
          <a:cs typeface="Arial" pitchFamily="34" charset="0"/>
        </a:defRPr>
      </a:lvl1pPr>
      <a:lvl2pPr marL="576072" indent="-228600" algn="l" rtl="0" eaLnBrk="1" fontAlgn="base" hangingPunct="1">
        <a:lnSpc>
          <a:spcPct val="95000"/>
        </a:lnSpc>
        <a:spcBef>
          <a:spcPts val="800"/>
        </a:spcBef>
        <a:spcAft>
          <a:spcPct val="0"/>
        </a:spcAft>
        <a:buClr>
          <a:schemeClr val="bg1">
            <a:lumMod val="50000"/>
          </a:schemeClr>
        </a:buClr>
        <a:buSzPct val="100000"/>
        <a:buFont typeface="Arial" panose="020B0604020202020204" pitchFamily="34" charset="0"/>
        <a:buChar char="•"/>
        <a:defRPr lang="en-US" sz="2000" dirty="0" smtClean="0">
          <a:solidFill>
            <a:schemeClr val="tx1"/>
          </a:solidFill>
          <a:latin typeface="Arial" panose="020B0604020202020204" pitchFamily="34" charset="0"/>
        </a:defRPr>
      </a:lvl2pPr>
      <a:lvl3pPr marL="886968" indent="-228600" algn="l" rtl="0" eaLnBrk="1" fontAlgn="base" hangingPunct="1">
        <a:lnSpc>
          <a:spcPct val="95000"/>
        </a:lnSpc>
        <a:spcBef>
          <a:spcPts val="800"/>
        </a:spcBef>
        <a:spcAft>
          <a:spcPct val="0"/>
        </a:spcAft>
        <a:buClr>
          <a:schemeClr val="bg1">
            <a:lumMod val="50000"/>
          </a:schemeClr>
        </a:buClr>
        <a:buSzPct val="100000"/>
        <a:buFont typeface="Arial" panose="020B0604020202020204" pitchFamily="34" charset="0"/>
        <a:buChar char="•"/>
        <a:defRPr lang="en-US" sz="1800" dirty="0" smtClean="0">
          <a:solidFill>
            <a:schemeClr val="tx1"/>
          </a:solidFill>
          <a:latin typeface="Arial" panose="020B0604020202020204" pitchFamily="34" charset="0"/>
        </a:defRPr>
      </a:lvl3pPr>
      <a:lvl4pPr marL="1170432" indent="-228600" algn="l" rtl="0" eaLnBrk="1" fontAlgn="base" hangingPunct="1">
        <a:lnSpc>
          <a:spcPct val="90000"/>
        </a:lnSpc>
        <a:spcBef>
          <a:spcPts val="800"/>
        </a:spcBef>
        <a:spcAft>
          <a:spcPct val="0"/>
        </a:spcAft>
        <a:buClr>
          <a:schemeClr val="accent2"/>
        </a:buClr>
        <a:buSzPct val="100000"/>
        <a:buFont typeface="Arial" panose="020B0604020202020204" pitchFamily="34" charset="0"/>
        <a:buChar char="̶"/>
        <a:defRPr lang="en-US" sz="1800" dirty="0" smtClean="0">
          <a:solidFill>
            <a:schemeClr val="tx1"/>
          </a:solidFill>
          <a:latin typeface="+mn-lt"/>
        </a:defRPr>
      </a:lvl4pPr>
      <a:lvl5pPr marL="1463040" indent="-228600" algn="l" rtl="0" eaLnBrk="1" fontAlgn="base" hangingPunct="1">
        <a:lnSpc>
          <a:spcPct val="90000"/>
        </a:lnSpc>
        <a:spcBef>
          <a:spcPts val="800"/>
        </a:spcBef>
        <a:spcAft>
          <a:spcPct val="0"/>
        </a:spcAft>
        <a:buClr>
          <a:schemeClr val="accent2"/>
        </a:buClr>
        <a:buFont typeface="Arial" panose="020B0604020202020204" pitchFamily="34" charset="0"/>
        <a:buChar char="̶"/>
        <a:defRPr lang="en-US" sz="1600" baseline="0" dirty="0" smtClean="0">
          <a:solidFill>
            <a:schemeClr val="tx1"/>
          </a:solidFill>
          <a:latin typeface="+mn-lt"/>
        </a:defRPr>
      </a:lvl5pPr>
      <a:lvl6pPr marL="3352213" indent="-304747" algn="l" rtl="0" eaLnBrk="1" fontAlgn="base" hangingPunct="1">
        <a:spcBef>
          <a:spcPct val="20000"/>
        </a:spcBef>
        <a:spcAft>
          <a:spcPct val="0"/>
        </a:spcAft>
        <a:buClr>
          <a:schemeClr val="accent2"/>
        </a:buClr>
        <a:buChar char="»"/>
        <a:defRPr sz="2100">
          <a:solidFill>
            <a:schemeClr val="tx1"/>
          </a:solidFill>
          <a:latin typeface="+mn-lt"/>
        </a:defRPr>
      </a:lvl6pPr>
      <a:lvl7pPr marL="3961707" indent="-304747" algn="l" rtl="0" eaLnBrk="1" fontAlgn="base" hangingPunct="1">
        <a:spcBef>
          <a:spcPct val="20000"/>
        </a:spcBef>
        <a:spcAft>
          <a:spcPct val="0"/>
        </a:spcAft>
        <a:buClr>
          <a:schemeClr val="accent2"/>
        </a:buClr>
        <a:buChar char="»"/>
        <a:defRPr sz="2100">
          <a:solidFill>
            <a:schemeClr val="tx1"/>
          </a:solidFill>
          <a:latin typeface="+mn-lt"/>
        </a:defRPr>
      </a:lvl7pPr>
      <a:lvl8pPr marL="4571200" indent="-304747" algn="l" rtl="0" eaLnBrk="1" fontAlgn="base" hangingPunct="1">
        <a:spcBef>
          <a:spcPct val="20000"/>
        </a:spcBef>
        <a:spcAft>
          <a:spcPct val="0"/>
        </a:spcAft>
        <a:buClr>
          <a:schemeClr val="accent2"/>
        </a:buClr>
        <a:buChar char="»"/>
        <a:defRPr sz="2100">
          <a:solidFill>
            <a:schemeClr val="tx1"/>
          </a:solidFill>
          <a:latin typeface="+mn-lt"/>
        </a:defRPr>
      </a:lvl8pPr>
      <a:lvl9pPr marL="5180693" indent="-304747" algn="l" rtl="0" eaLnBrk="1" fontAlgn="base" hangingPunct="1">
        <a:spcBef>
          <a:spcPct val="20000"/>
        </a:spcBef>
        <a:spcAft>
          <a:spcPct val="0"/>
        </a:spcAft>
        <a:buClr>
          <a:schemeClr val="accent2"/>
        </a:buClr>
        <a:buChar char="»"/>
        <a:defRPr sz="2100">
          <a:solidFill>
            <a:schemeClr val="tx1"/>
          </a:solidFill>
          <a:latin typeface="+mn-lt"/>
        </a:defRPr>
      </a:lvl9pPr>
    </p:bodyStyle>
    <p:otherStyle>
      <a:defPPr>
        <a:defRPr lang="en-US"/>
      </a:defPPr>
      <a:lvl1pPr marL="0" algn="l" defTabSz="1218987" rtl="0" eaLnBrk="1" latinLnBrk="0" hangingPunct="1">
        <a:defRPr sz="2400" kern="1200">
          <a:solidFill>
            <a:schemeClr val="tx1"/>
          </a:solidFill>
          <a:latin typeface="+mn-lt"/>
          <a:ea typeface="+mn-ea"/>
          <a:cs typeface="+mn-cs"/>
        </a:defRPr>
      </a:lvl1pPr>
      <a:lvl2pPr marL="609493" algn="l" defTabSz="1218987" rtl="0" eaLnBrk="1" latinLnBrk="0" hangingPunct="1">
        <a:defRPr sz="2400" kern="1200">
          <a:solidFill>
            <a:schemeClr val="tx1"/>
          </a:solidFill>
          <a:latin typeface="+mn-lt"/>
          <a:ea typeface="+mn-ea"/>
          <a:cs typeface="+mn-cs"/>
        </a:defRPr>
      </a:lvl2pPr>
      <a:lvl3pPr marL="1218987" algn="l" defTabSz="1218987" rtl="0" eaLnBrk="1" latinLnBrk="0" hangingPunct="1">
        <a:defRPr sz="2400" kern="1200">
          <a:solidFill>
            <a:schemeClr val="tx1"/>
          </a:solidFill>
          <a:latin typeface="+mn-lt"/>
          <a:ea typeface="+mn-ea"/>
          <a:cs typeface="+mn-cs"/>
        </a:defRPr>
      </a:lvl3pPr>
      <a:lvl4pPr marL="1828480" algn="l" defTabSz="1218987" rtl="0" eaLnBrk="1" latinLnBrk="0" hangingPunct="1">
        <a:defRPr sz="2400" kern="1200">
          <a:solidFill>
            <a:schemeClr val="tx1"/>
          </a:solidFill>
          <a:latin typeface="+mn-lt"/>
          <a:ea typeface="+mn-ea"/>
          <a:cs typeface="+mn-cs"/>
        </a:defRPr>
      </a:lvl4pPr>
      <a:lvl5pPr marL="2437973" algn="l" defTabSz="1218987" rtl="0" eaLnBrk="1" latinLnBrk="0" hangingPunct="1">
        <a:defRPr sz="2400" kern="1200">
          <a:solidFill>
            <a:schemeClr val="tx1"/>
          </a:solidFill>
          <a:latin typeface="+mn-lt"/>
          <a:ea typeface="+mn-ea"/>
          <a:cs typeface="+mn-cs"/>
        </a:defRPr>
      </a:lvl5pPr>
      <a:lvl6pPr marL="3047467" algn="l" defTabSz="1218987" rtl="0" eaLnBrk="1" latinLnBrk="0" hangingPunct="1">
        <a:defRPr sz="2400" kern="1200">
          <a:solidFill>
            <a:schemeClr val="tx1"/>
          </a:solidFill>
          <a:latin typeface="+mn-lt"/>
          <a:ea typeface="+mn-ea"/>
          <a:cs typeface="+mn-cs"/>
        </a:defRPr>
      </a:lvl6pPr>
      <a:lvl7pPr marL="3656960" algn="l" defTabSz="1218987" rtl="0" eaLnBrk="1" latinLnBrk="0" hangingPunct="1">
        <a:defRPr sz="2400" kern="1200">
          <a:solidFill>
            <a:schemeClr val="tx1"/>
          </a:solidFill>
          <a:latin typeface="+mn-lt"/>
          <a:ea typeface="+mn-ea"/>
          <a:cs typeface="+mn-cs"/>
        </a:defRPr>
      </a:lvl7pPr>
      <a:lvl8pPr marL="4266453" algn="l" defTabSz="1218987" rtl="0" eaLnBrk="1" latinLnBrk="0" hangingPunct="1">
        <a:defRPr sz="2400" kern="1200">
          <a:solidFill>
            <a:schemeClr val="tx1"/>
          </a:solidFill>
          <a:latin typeface="+mn-lt"/>
          <a:ea typeface="+mn-ea"/>
          <a:cs typeface="+mn-cs"/>
        </a:defRPr>
      </a:lvl8pPr>
      <a:lvl9pPr marL="4875947" algn="l" defTabSz="1218987" rtl="0" eaLnBrk="1" latinLnBrk="0" hangingPunct="1">
        <a:defRPr sz="2400" kern="1200">
          <a:solidFill>
            <a:schemeClr val="tx1"/>
          </a:solidFill>
          <a:latin typeface="+mn-lt"/>
          <a:ea typeface="+mn-ea"/>
          <a:cs typeface="+mn-cs"/>
        </a:defRPr>
      </a:lvl9pPr>
    </p:otherStyle>
  </p:txStyles>
  <p:extLst>
    <p:ext uri="{27BBF7A9-308A-43DC-89C8-2F10F3537804}">
      <p15:sldGuideLst xmlns:p15="http://schemas.microsoft.com/office/powerpoint/2012/main">
        <p15:guide id="6" pos="359" userDrawn="1">
          <p15:clr>
            <a:srgbClr val="F26B43"/>
          </p15:clr>
        </p15:guide>
        <p15:guide id="7" pos="7319" userDrawn="1">
          <p15:clr>
            <a:srgbClr val="F26B43"/>
          </p15:clr>
        </p15:guide>
        <p15:guide id="8" orient="horz" pos="4104" userDrawn="1">
          <p15:clr>
            <a:srgbClr val="F26B43"/>
          </p15:clr>
        </p15:guide>
        <p15:guide id="9" orient="horz" pos="1008" userDrawn="1">
          <p15:clr>
            <a:srgbClr val="F26B43"/>
          </p15:clr>
        </p15:guide>
        <p15:guide id="10" orient="horz" pos="2160" userDrawn="1">
          <p15:clr>
            <a:srgbClr val="F26B43"/>
          </p15:clr>
        </p15:guide>
      </p15:sldGuideLst>
    </p:ext>
  </p:extLst>
</p:sldMaster>
</file>

<file path=ppt/slides/_rels/slide1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1.xml"/></Relationships>
</file>

<file path=ppt/slides/_rels/slide2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2.xml"/></Relationships>
</file>

<file path=ppt/slides/_rels/slide3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4.xml"/></Relationships>
</file>

<file path=ppt/slides/_rels/slide4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5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4.xml"/></Relationships>
</file>

<file path=ppt/slides/_rels/slide6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8.xml"/><Relationship Id="rId2" Type="http://schemas.openxmlformats.org/officeDocument/2006/relationships/image" Target="../media/image10.png"/></Relationships>
</file>

<file path=ppt/slides/_rels/slide7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4.xml"/></Relationships>
</file>

<file path=ppt/slides/_rels/slide8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8.xml"/><Relationship Id="rId2" Type="http://schemas.openxmlformats.org/officeDocument/2006/relationships/image" Target="../media/image11.png"/></Relationships>
</file>

<file path=ppt/slides/_rels/slide9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10.xml"/></Relationships>
</file>

<file path=ppt/slides/_rels/slide10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4.xml"/></Relationships>
</file>

<file path=ppt/slides/_rels/slide11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8.xml"/><Relationship Id="rId2" Type="http://schemas.openxmlformats.org/officeDocument/2006/relationships/image" Target="../media/image12.png"/></Relationships>
</file>

<file path=ppt/slides/_rels/slide12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4.xml"/></Relationships>
</file>

<file path=ppt/slides/_rels/slide13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3.xml"/></Relationships>
</file>

<file path=ppt/slides/_rels/slide14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11.xml"/></Relationships>
</file>

<file path=ppt/slides/_rels/slide15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12.xml"/></Relationships>
</file>

<file path=ppt/slides/slide1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Subtitle 1"/>
          <p:cNvSpPr>
            <a:spLocks noGrp="1"/>
          </p:cNvSpPr>
          <p:nvPr>
            <p:ph type="subTitle" idx="1"/>
          </p:nvPr>
        </p:nvSpPr>
        <p:spPr/>
        <p:txBody>
          <a:bodyPr/>
          <a:lstStyle/>
          <a:p>
            <a:r>
              <a:rPr>
                <a:latin typeface="Calibri"/>
              </a:rPr>
              <a:t>AI Basic Training</a:t>
            </a:r>
          </a:p>
        </p:txBody>
      </p:sp>
      <p:sp>
        <p:nvSpPr>
          <p:cNvPr id="3" name="Text Placeholder 2"/>
          <p:cNvSpPr>
            <a:spLocks noGrp="1"/>
          </p:cNvSpPr>
          <p:nvPr>
            <p:ph type="body" idx="13" sz="quarter"/>
          </p:nvPr>
        </p:nvSpPr>
        <p:spPr/>
        <p:txBody>
          <a:bodyPr/>
          <a:lstStyle/>
          <a:p>
            <a:r>
              <a:rPr>
                <a:latin typeface="Calibri"/>
              </a:rPr>
              <a:t>Lesson 3.4  |  Stage 3: Neural Networks</a:t>
            </a:r>
          </a:p>
        </p:txBody>
      </p:sp>
      <p:sp>
        <p:nvSpPr>
          <p:cNvPr id="4" name="Text Placeholder 3"/>
          <p:cNvSpPr>
            <a:spLocks noGrp="1"/>
          </p:cNvSpPr>
          <p:nvPr>
            <p:ph type="body" idx="14" sz="quarter"/>
          </p:nvPr>
        </p:nvSpPr>
        <p:spPr/>
        <p:txBody>
          <a:bodyPr/>
          <a:lstStyle/>
          <a:p>
            <a:r>
              <a:rPr b="1">
                <a:latin typeface="Calibri"/>
              </a:rPr>
              <a:t>Hyperparameter Tuning</a:t>
            </a:r>
          </a:p>
        </p:txBody>
      </p:sp>
      <p:sp>
        <p:nvSpPr>
          <p:cNvPr id="5" name="Text Placeholder 4"/>
          <p:cNvSpPr>
            <a:spLocks noGrp="1"/>
          </p:cNvSpPr>
          <p:nvPr>
            <p:ph type="body" idx="15" sz="quarter"/>
          </p:nvPr>
        </p:nvSpPr>
        <p:spPr/>
        <p:txBody>
          <a:bodyPr/>
          <a:lstStyle/>
          <a:p>
            <a:r>
              <a:rPr>
                <a:latin typeface="Calibri"/>
              </a:rPr>
              <a:t>The Knobs You Turn  -  Systematic Optimisation</a:t>
            </a:r>
          </a:p>
        </p:txBody>
      </p:sp>
    </p:spTree>
  </p:cSld>
  <p:clrMapOvr>
    <a:masterClrMapping/>
  </p:clrMapOvr>
</p:sld>
</file>

<file path=ppt/slides/slide2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Content Placeholder 1"/>
          <p:cNvSpPr>
            <a:spLocks noGrp="1"/>
          </p:cNvSpPr>
          <p:nvPr>
            <p:ph idx="13" sz="quarter"/>
          </p:nvPr>
        </p:nvSpPr>
        <p:spPr/>
        <p:txBody>
          <a:bodyPr/>
          <a:lstStyle/>
          <a:p>
            <a:r>
              <a:rPr sz="1600">
                <a:latin typeface="Calibri"/>
              </a:rPr>
              <a:t>Parameters vs hyperparameters - what the model learns vs what you set</a:t>
            </a:r>
          </a:p>
          <a:p>
            <a:r>
              <a:rPr sz="1600">
                <a:latin typeface="Calibri"/>
              </a:rPr>
              <a:t>The five key hyperparameters</a:t>
            </a:r>
          </a:p>
          <a:p>
            <a:r>
              <a:rPr sz="1600">
                <a:latin typeface="Calibri"/>
              </a:rPr>
              <a:t>Learning rate sensitivity - the most impactful setting</a:t>
            </a:r>
          </a:p>
          <a:p>
            <a:r>
              <a:rPr sz="1600">
                <a:latin typeface="Calibri"/>
              </a:rPr>
              <a:t>Search strategies: manual, grid, random</a:t>
            </a:r>
          </a:p>
          <a:p>
            <a:r>
              <a:rPr sz="1600">
                <a:latin typeface="Calibri"/>
              </a:rPr>
              <a:t>Practical tuning workflow</a:t>
            </a:r>
          </a:p>
        </p:txBody>
      </p:sp>
      <p:sp>
        <p:nvSpPr>
          <p:cNvPr id="3" name="Title 2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b="1">
                <a:latin typeface="Calibri"/>
              </a:rPr>
              <a:t>What We'll Cover</a:t>
            </a:r>
          </a:p>
        </p:txBody>
      </p:sp>
    </p:spTree>
  </p:cSld>
  <p:clrMapOvr>
    <a:masterClrMapping/>
  </p:clrMapOvr>
</p:sld>
</file>

<file path=ppt/slides/slide3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Text Placeholder 1"/>
          <p:cNvSpPr>
            <a:spLocks noGrp="1"/>
          </p:cNvSpPr>
          <p:nvPr>
            <p:ph type="body" idx="13" sz="quarter"/>
          </p:nvPr>
        </p:nvSpPr>
        <p:spPr/>
        <p:txBody>
          <a:bodyPr/>
          <a:lstStyle/>
          <a:p>
            <a:r>
              <a:rPr b="1">
                <a:latin typeface="Calibri"/>
              </a:rPr>
              <a:t>Parameters vs</a:t>
            </a:r>
          </a:p>
          <a:p>
            <a:r>
              <a:rPr b="1">
                <a:latin typeface="Calibri"/>
              </a:rPr>
              <a:t>Hyperparameters</a:t>
            </a:r>
          </a:p>
        </p:txBody>
      </p:sp>
      <p:sp>
        <p:nvSpPr>
          <p:cNvPr id="3" name="Text Placeholder 2"/>
          <p:cNvSpPr>
            <a:spLocks noGrp="1"/>
          </p:cNvSpPr>
          <p:nvPr>
            <p:ph type="body" idx="16" sz="quarter"/>
          </p:nvPr>
        </p:nvSpPr>
        <p:spPr/>
        <p:txBody>
          <a:bodyPr/>
          <a:lstStyle/>
          <a:p>
            <a:r>
              <a:rPr b="1">
                <a:latin typeface="Calibri"/>
              </a:rPr>
              <a:t>01</a:t>
            </a:r>
          </a:p>
        </p:txBody>
      </p:sp>
    </p:spTree>
  </p:cSld>
  <p:clrMapOvr>
    <a:masterClrMapping/>
  </p:clrMapOvr>
</p:sld>
</file>

<file path=ppt/slides/slide4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b="1">
                <a:latin typeface="Calibri"/>
              </a:rPr>
              <a:t>What the Model Learns vs What You Choose</a:t>
            </a:r>
          </a:p>
        </p:txBody>
      </p:sp>
      <p:sp>
        <p:nvSpPr>
          <p:cNvPr id="3" name="Content Placeholder 2"/>
          <p:cNvSpPr>
            <a:spLocks noGrp="1"/>
          </p:cNvSpPr>
          <p:nvPr>
            <p:ph idx="2" sz="half"/>
          </p:nvPr>
        </p:nvSpPr>
        <p:spPr/>
        <p:txBody>
          <a:bodyPr/>
          <a:lstStyle/>
          <a:p>
            <a:r>
              <a:rPr sz="1400">
                <a:latin typeface="Calibri"/>
              </a:rPr>
              <a:t>Parameters (learned)</a:t>
            </a:r>
          </a:p>
          <a:p>
            <a:r>
              <a:rPr sz="1400">
                <a:latin typeface="Calibri"/>
              </a:rPr>
              <a:t/>
            </a:r>
          </a:p>
          <a:p>
            <a:r>
              <a:rPr sz="1400">
                <a:latin typeface="Calibri"/>
              </a:rPr>
              <a:t>Weights and biases</a:t>
            </a:r>
          </a:p>
          <a:p>
            <a:r>
              <a:rPr sz="1400">
                <a:latin typeface="Calibri"/>
              </a:rPr>
              <a:t>Adjusted during training</a:t>
            </a:r>
          </a:p>
          <a:p>
            <a:r>
              <a:rPr sz="1400">
                <a:latin typeface="Calibri"/>
              </a:rPr>
              <a:t>  via backpropagation</a:t>
            </a:r>
          </a:p>
          <a:p>
            <a:r>
              <a:rPr sz="1400">
                <a:latin typeface="Calibri"/>
              </a:rPr>
              <a:t/>
            </a:r>
          </a:p>
          <a:p>
            <a:r>
              <a:rPr sz="1400">
                <a:latin typeface="Calibri"/>
              </a:rPr>
              <a:t>You never set these</a:t>
            </a:r>
          </a:p>
          <a:p>
            <a:r>
              <a:rPr sz="1400">
                <a:latin typeface="Calibri"/>
              </a:rPr>
              <a:t>The model finds them</a:t>
            </a:r>
          </a:p>
        </p:txBody>
      </p:sp>
      <p:sp>
        <p:nvSpPr>
          <p:cNvPr id="4" name="Content Placeholder 3"/>
          <p:cNvSpPr>
            <a:spLocks noGrp="1"/>
          </p:cNvSpPr>
          <p:nvPr>
            <p:ph idx="12" sz="half"/>
          </p:nvPr>
        </p:nvSpPr>
        <p:spPr/>
        <p:txBody>
          <a:bodyPr/>
          <a:lstStyle/>
          <a:p>
            <a:r>
              <a:rPr sz="1400">
                <a:latin typeface="Calibri"/>
              </a:rPr>
              <a:t>Hyperparameters (you set)</a:t>
            </a:r>
          </a:p>
          <a:p>
            <a:r>
              <a:rPr sz="1400">
                <a:latin typeface="Calibri"/>
              </a:rPr>
              <a:t/>
            </a:r>
          </a:p>
          <a:p>
            <a:r>
              <a:rPr sz="1400">
                <a:latin typeface="Calibri"/>
              </a:rPr>
              <a:t>Learning rate, batch size</a:t>
            </a:r>
          </a:p>
          <a:p>
            <a:r>
              <a:rPr sz="1400">
                <a:latin typeface="Calibri"/>
              </a:rPr>
              <a:t>Number of layers/neurons</a:t>
            </a:r>
          </a:p>
          <a:p>
            <a:r>
              <a:rPr sz="1400">
                <a:latin typeface="Calibri"/>
              </a:rPr>
              <a:t>Dropout rate, epochs</a:t>
            </a:r>
          </a:p>
          <a:p>
            <a:r>
              <a:rPr sz="1400">
                <a:latin typeface="Calibri"/>
              </a:rPr>
              <a:t/>
            </a:r>
          </a:p>
          <a:p>
            <a:r>
              <a:rPr sz="1400">
                <a:latin typeface="Calibri"/>
              </a:rPr>
              <a:t>You choose before training</a:t>
            </a:r>
          </a:p>
          <a:p>
            <a:r>
              <a:rPr sz="1400">
                <a:latin typeface="Calibri"/>
              </a:rPr>
              <a:t>Getting them right: 75% -&gt; 95%</a:t>
            </a:r>
          </a:p>
        </p:txBody>
      </p:sp>
    </p:spTree>
  </p:cSld>
  <p:clrMapOvr>
    <a:masterClrMapping/>
  </p:clrMapOvr>
</p:sld>
</file>

<file path=ppt/slides/slide5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Text Placeholder 1"/>
          <p:cNvSpPr>
            <a:spLocks noGrp="1"/>
          </p:cNvSpPr>
          <p:nvPr>
            <p:ph type="body" idx="13" sz="quarter"/>
          </p:nvPr>
        </p:nvSpPr>
        <p:spPr/>
        <p:txBody>
          <a:bodyPr/>
          <a:lstStyle/>
          <a:p>
            <a:r>
              <a:rPr b="1">
                <a:latin typeface="Calibri"/>
              </a:rPr>
              <a:t>The Five Key</a:t>
            </a:r>
          </a:p>
          <a:p>
            <a:r>
              <a:rPr b="1">
                <a:latin typeface="Calibri"/>
              </a:rPr>
              <a:t>Hyperparameters</a:t>
            </a:r>
          </a:p>
        </p:txBody>
      </p:sp>
      <p:sp>
        <p:nvSpPr>
          <p:cNvPr id="3" name="Text Placeholder 2"/>
          <p:cNvSpPr>
            <a:spLocks noGrp="1"/>
          </p:cNvSpPr>
          <p:nvPr>
            <p:ph type="body" idx="16" sz="quarter"/>
          </p:nvPr>
        </p:nvSpPr>
        <p:spPr/>
        <p:txBody>
          <a:bodyPr/>
          <a:lstStyle/>
          <a:p>
            <a:r>
              <a:rPr b="1">
                <a:latin typeface="Calibri"/>
              </a:rPr>
              <a:t>02</a:t>
            </a:r>
          </a:p>
        </p:txBody>
      </p:sp>
    </p:spTree>
  </p:cSld>
  <p:clrMapOvr>
    <a:masterClrMapping/>
  </p:clrMapOvr>
</p:sld>
</file>

<file path=ppt/slides/slide6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b="1">
                <a:latin typeface="Calibri"/>
              </a:rPr>
              <a:t>Ranked by Impact on Model Performance</a:t>
            </a:r>
          </a:p>
        </p:txBody>
      </p:sp>
      <p:pic>
        <p:nvPicPr>
          <p:cNvPr id="3" name="Picture 2" descr="hyperparams.png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274320" y="1188720"/>
            <a:ext cx="11612880" cy="4235286"/>
          </a:xfrm>
          <a:prstGeom prst="rect">
            <a:avLst/>
          </a:prstGeom>
        </p:spPr>
      </p:pic>
    </p:spTree>
  </p:cSld>
  <p:clrMapOvr>
    <a:masterClrMapping/>
  </p:clrMapOvr>
</p:sld>
</file>

<file path=ppt/slides/slide7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Text Placeholder 1"/>
          <p:cNvSpPr>
            <a:spLocks noGrp="1"/>
          </p:cNvSpPr>
          <p:nvPr>
            <p:ph type="body" idx="13" sz="quarter"/>
          </p:nvPr>
        </p:nvSpPr>
        <p:spPr/>
        <p:txBody>
          <a:bodyPr/>
          <a:lstStyle/>
          <a:p>
            <a:r>
              <a:rPr b="1">
                <a:latin typeface="Calibri"/>
              </a:rPr>
              <a:t>Learning Rate</a:t>
            </a:r>
          </a:p>
          <a:p>
            <a:r>
              <a:rPr b="1">
                <a:latin typeface="Calibri"/>
              </a:rPr>
              <a:t>Sensitivity</a:t>
            </a:r>
          </a:p>
        </p:txBody>
      </p:sp>
      <p:sp>
        <p:nvSpPr>
          <p:cNvPr id="3" name="Text Placeholder 2"/>
          <p:cNvSpPr>
            <a:spLocks noGrp="1"/>
          </p:cNvSpPr>
          <p:nvPr>
            <p:ph type="body" idx="16" sz="quarter"/>
          </p:nvPr>
        </p:nvSpPr>
        <p:spPr/>
        <p:txBody>
          <a:bodyPr/>
          <a:lstStyle/>
          <a:p>
            <a:r>
              <a:rPr b="1">
                <a:latin typeface="Calibri"/>
              </a:rPr>
              <a:t>03</a:t>
            </a:r>
          </a:p>
        </p:txBody>
      </p:sp>
    </p:spTree>
  </p:cSld>
  <p:clrMapOvr>
    <a:masterClrMapping/>
  </p:clrMapOvr>
</p:sld>
</file>

<file path=ppt/slides/slide8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b="1">
                <a:latin typeface="Calibri"/>
              </a:rPr>
              <a:t>Too High, Just Right, Too Low</a:t>
            </a:r>
          </a:p>
        </p:txBody>
      </p:sp>
      <p:pic>
        <p:nvPicPr>
          <p:cNvPr id="3" name="Picture 2" descr="lr_sens.png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274320" y="1645920"/>
            <a:ext cx="11612880" cy="3005154"/>
          </a:xfrm>
          <a:prstGeom prst="rect">
            <a:avLst/>
          </a:prstGeom>
        </p:spPr>
      </p:pic>
    </p:spTree>
  </p:cSld>
  <p:clrMapOvr>
    <a:masterClrMapping/>
  </p:clrMapOvr>
</p:sld>
</file>

<file path=ppt/slides/slide9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Text Placeholder 1"/>
          <p:cNvSpPr>
            <a:spLocks noGrp="1"/>
          </p:cNvSpPr>
          <p:nvPr>
            <p:ph type="body" idx="14" sz="quarter"/>
          </p:nvPr>
        </p:nvSpPr>
        <p:spPr/>
        <p:txBody>
          <a:bodyPr/>
          <a:lstStyle/>
          <a:p>
            <a:r>
              <a:rPr>
                <a:latin typeface="Calibri"/>
              </a:rPr>
              <a:t/>
            </a:r>
          </a:p>
        </p:txBody>
      </p:sp>
      <p:sp>
        <p:nvSpPr>
          <p:cNvPr id="3" name="Text Placeholder 2"/>
          <p:cNvSpPr>
            <a:spLocks noGrp="1"/>
          </p:cNvSpPr>
          <p:nvPr>
            <p:ph type="body" idx="15" sz="quarter"/>
          </p:nvPr>
        </p:nvSpPr>
        <p:spPr/>
        <p:txBody>
          <a:bodyPr/>
          <a:lstStyle/>
          <a:p>
            <a:r>
              <a:rPr sz="1400">
                <a:latin typeface="Calibri"/>
              </a:rPr>
              <a:t>Learning rate is the single</a:t>
            </a:r>
          </a:p>
          <a:p>
            <a:r>
              <a:rPr sz="1400">
                <a:latin typeface="Calibri"/>
              </a:rPr>
              <a:t>most impactful hyperparameter.</a:t>
            </a:r>
          </a:p>
          <a:p>
            <a:r>
              <a:rPr sz="1400">
                <a:latin typeface="Calibri"/>
              </a:rPr>
              <a:t/>
            </a:r>
          </a:p>
          <a:p>
            <a:r>
              <a:rPr sz="1400">
                <a:latin typeface="Calibri"/>
              </a:rPr>
              <a:t>Always tune it first.</a:t>
            </a:r>
          </a:p>
        </p:txBody>
      </p:sp>
      <p:sp>
        <p:nvSpPr>
          <p:cNvPr id="4" name="Title 3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b="1">
                <a:latin typeface="Calibri"/>
              </a:rPr>
              <a:t>Finding the Right Learning Rate</a:t>
            </a:r>
          </a:p>
        </p:txBody>
      </p:sp>
      <p:sp>
        <p:nvSpPr>
          <p:cNvPr id="5" name="Text Placeholder 4"/>
          <p:cNvSpPr>
            <a:spLocks noGrp="1"/>
          </p:cNvSpPr>
          <p:nvPr>
            <p:ph type="body" idx="16" sz="quarter"/>
          </p:nvPr>
        </p:nvSpPr>
        <p:spPr/>
        <p:txBody>
          <a:bodyPr/>
          <a:lstStyle/>
          <a:p>
            <a:r>
              <a:rPr sz="1400">
                <a:latin typeface="Calibri"/>
              </a:rPr>
              <a:t>Start with Adam default: 0.001</a:t>
            </a:r>
          </a:p>
          <a:p>
            <a:r>
              <a:rPr sz="1400">
                <a:latin typeface="Calibri"/>
              </a:rPr>
              <a:t/>
            </a:r>
          </a:p>
          <a:p>
            <a:r>
              <a:rPr sz="1400">
                <a:latin typeface="Calibri"/>
              </a:rPr>
              <a:t>Try three values: 0.01, 0.001, 0.0001</a:t>
            </a:r>
          </a:p>
          <a:p>
            <a:r>
              <a:rPr sz="1400">
                <a:latin typeface="Calibri"/>
              </a:rPr>
              <a:t>  Plot loss curves for each</a:t>
            </a:r>
          </a:p>
          <a:p>
            <a:r>
              <a:rPr sz="1400">
                <a:latin typeface="Calibri"/>
              </a:rPr>
              <a:t/>
            </a:r>
          </a:p>
          <a:p>
            <a:r>
              <a:rPr sz="1400">
                <a:latin typeface="Calibri"/>
              </a:rPr>
              <a:t>Signs of trouble:</a:t>
            </a:r>
          </a:p>
          <a:p>
            <a:r>
              <a:rPr sz="1400">
                <a:latin typeface="Calibri"/>
              </a:rPr>
              <a:t>  Oscillating loss = lr too high</a:t>
            </a:r>
          </a:p>
          <a:p>
            <a:r>
              <a:rPr sz="1400">
                <a:latin typeface="Calibri"/>
              </a:rPr>
              <a:t>  Barely moving loss = lr too low</a:t>
            </a:r>
          </a:p>
          <a:p>
            <a:r>
              <a:rPr sz="1400">
                <a:latin typeface="Calibri"/>
              </a:rPr>
              <a:t>  Smooth descent = just right</a:t>
            </a:r>
          </a:p>
        </p:txBody>
      </p:sp>
    </p:spTree>
  </p:cSld>
  <p:clrMapOvr>
    <a:masterClrMapping/>
  </p:clrMapOvr>
</p:sld>
</file>

<file path=ppt/slides/slide10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Text Placeholder 1"/>
          <p:cNvSpPr>
            <a:spLocks noGrp="1"/>
          </p:cNvSpPr>
          <p:nvPr>
            <p:ph type="body" idx="13" sz="quarter"/>
          </p:nvPr>
        </p:nvSpPr>
        <p:spPr/>
        <p:txBody>
          <a:bodyPr/>
          <a:lstStyle/>
          <a:p>
            <a:r>
              <a:rPr b="1">
                <a:latin typeface="Calibri"/>
              </a:rPr>
              <a:t>Search</a:t>
            </a:r>
          </a:p>
          <a:p>
            <a:r>
              <a:rPr b="1">
                <a:latin typeface="Calibri"/>
              </a:rPr>
              <a:t>Strategies</a:t>
            </a:r>
          </a:p>
        </p:txBody>
      </p:sp>
      <p:sp>
        <p:nvSpPr>
          <p:cNvPr id="3" name="Text Placeholder 2"/>
          <p:cNvSpPr>
            <a:spLocks noGrp="1"/>
          </p:cNvSpPr>
          <p:nvPr>
            <p:ph type="body" idx="16" sz="quarter"/>
          </p:nvPr>
        </p:nvSpPr>
        <p:spPr/>
        <p:txBody>
          <a:bodyPr/>
          <a:lstStyle/>
          <a:p>
            <a:r>
              <a:rPr b="1">
                <a:latin typeface="Calibri"/>
              </a:rPr>
              <a:t>04</a:t>
            </a:r>
          </a:p>
        </p:txBody>
      </p:sp>
    </p:spTree>
  </p:cSld>
  <p:clrMapOvr>
    <a:masterClrMapping/>
  </p:clrMapOvr>
</p:sld>
</file>

<file path=ppt/slides/slide11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b="1">
                <a:latin typeface="Calibri"/>
              </a:rPr>
              <a:t>Three Approaches to Hyperparameter Search</a:t>
            </a:r>
          </a:p>
        </p:txBody>
      </p:sp>
      <p:pic>
        <p:nvPicPr>
          <p:cNvPr id="3" name="Picture 2" descr="search.png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457200" y="1645920"/>
            <a:ext cx="11247120" cy="3149194"/>
          </a:xfrm>
          <a:prstGeom prst="rect">
            <a:avLst/>
          </a:prstGeom>
        </p:spPr>
      </p:pic>
    </p:spTree>
  </p:cSld>
  <p:clrMapOvr>
    <a:masterClrMapping/>
  </p:clrMapOvr>
</p:sld>
</file>

<file path=ppt/slides/slide12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Text Placeholder 1"/>
          <p:cNvSpPr>
            <a:spLocks noGrp="1"/>
          </p:cNvSpPr>
          <p:nvPr>
            <p:ph type="body" idx="13" sz="quarter"/>
          </p:nvPr>
        </p:nvSpPr>
        <p:spPr/>
        <p:txBody>
          <a:bodyPr/>
          <a:lstStyle/>
          <a:p>
            <a:r>
              <a:rPr b="1">
                <a:latin typeface="Calibri"/>
              </a:rPr>
              <a:t>Workshop</a:t>
            </a:r>
          </a:p>
          <a:p>
            <a:r>
              <a:rPr b="1">
                <a:latin typeface="Calibri"/>
              </a:rPr>
              <a:t>and Next Steps</a:t>
            </a:r>
          </a:p>
        </p:txBody>
      </p:sp>
      <p:sp>
        <p:nvSpPr>
          <p:cNvPr id="3" name="Text Placeholder 2"/>
          <p:cNvSpPr>
            <a:spLocks noGrp="1"/>
          </p:cNvSpPr>
          <p:nvPr>
            <p:ph type="body" idx="16" sz="quarter"/>
          </p:nvPr>
        </p:nvSpPr>
        <p:spPr/>
        <p:txBody>
          <a:bodyPr/>
          <a:lstStyle/>
          <a:p>
            <a:r>
              <a:rPr b="1">
                <a:latin typeface="Calibri"/>
              </a:rPr>
              <a:t>05</a:t>
            </a:r>
          </a:p>
        </p:txBody>
      </p:sp>
    </p:spTree>
  </p:cSld>
  <p:clrMapOvr>
    <a:masterClrMapping/>
  </p:clrMapOvr>
</p:sld>
</file>

<file path=ppt/slides/slide13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b="1">
                <a:latin typeface="Calibri"/>
              </a:rPr>
              <a:t>Workshop: 4 Hands-On Exercises</a:t>
            </a:r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r>
              <a:rPr sz="1600">
                <a:latin typeface="Calibri"/>
              </a:rPr>
              <a:t>Exercise 1:  Parameters vs hyperparameters - inspect weights before/after</a:t>
            </a:r>
          </a:p>
          <a:p>
            <a:r>
              <a:rPr sz="1600">
                <a:latin typeface="Calibri"/>
              </a:rPr>
              <a:t>Exercise 2:  Learning rate sensitivity - compare 0.001 vs 0.01 vs 0.1</a:t>
            </a:r>
          </a:p>
          <a:p>
            <a:r>
              <a:rPr sz="1600">
                <a:latin typeface="Calibri"/>
              </a:rPr>
              <a:t>Exercise 3:  Batch size effects - 32 vs 256 vs 1024</a:t>
            </a:r>
          </a:p>
          <a:p>
            <a:r>
              <a:rPr sz="1600">
                <a:latin typeface="Calibri"/>
              </a:rPr>
              <a:t>Exercise 4:  Architecture search - grid over units x layers, store results</a:t>
            </a:r>
          </a:p>
          <a:p>
            <a:r>
              <a:rPr sz="1600">
                <a:latin typeface="Calibri"/>
              </a:rPr>
              <a:t/>
            </a:r>
          </a:p>
          <a:p>
            <a:r>
              <a:rPr sz="1600">
                <a:latin typeface="Calibri"/>
              </a:rPr>
              <a:t>Exercise 4 trains up to 9 models - may take 2-5 minutes total</a:t>
            </a:r>
          </a:p>
        </p:txBody>
      </p:sp>
    </p:spTree>
  </p:cSld>
  <p:clrMapOvr>
    <a:masterClrMapping/>
  </p:clrMapOvr>
</p:sld>
</file>

<file path=ppt/slides/slide14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Text Placeholder 1"/>
          <p:cNvSpPr>
            <a:spLocks noGrp="1"/>
          </p:cNvSpPr>
          <p:nvPr>
            <p:ph type="body" idx="12" sz="quarter"/>
          </p:nvPr>
        </p:nvSpPr>
        <p:spPr/>
        <p:txBody>
          <a:bodyPr/>
          <a:lstStyle/>
          <a:p>
            <a:r>
              <a:rPr sz="1500">
                <a:latin typeface="Calibri"/>
              </a:rPr>
              <a:t>Parameters are learned; hyperparameters are set by you before training</a:t>
            </a:r>
          </a:p>
          <a:p>
            <a:r>
              <a:rPr sz="1500">
                <a:latin typeface="Calibri"/>
              </a:rPr>
              <a:t>Learning rate is the most impactful - always tune it first (0.01/0.001/0.0001)</a:t>
            </a:r>
          </a:p>
          <a:p>
            <a:r>
              <a:rPr sz="1500">
                <a:latin typeface="Calibri"/>
              </a:rPr>
              <a:t>Start simple (small network) and add complexity only if underfitting</a:t>
            </a:r>
          </a:p>
          <a:p>
            <a:r>
              <a:rPr sz="1500">
                <a:latin typeface="Calibri"/>
              </a:rPr>
              <a:t>Use EarlyStopping instead of manually choosing epochs</a:t>
            </a:r>
          </a:p>
          <a:p>
            <a:r>
              <a:rPr sz="1500">
                <a:latin typeface="Calibri"/>
              </a:rPr>
              <a:t>Random search often beats grid search for 4+ hyperparameters</a:t>
            </a:r>
          </a:p>
          <a:p>
            <a:r>
              <a:rPr sz="1500">
                <a:latin typeface="Calibri"/>
              </a:rPr>
              <a:t>Next: Stage 4 - Generative AI (LLMs, APIs, and RAG)</a:t>
            </a:r>
          </a:p>
        </p:txBody>
      </p:sp>
      <p:sp>
        <p:nvSpPr>
          <p:cNvPr id="3" name="Title 2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b="1">
                <a:latin typeface="Calibri"/>
              </a:rPr>
              <a:t>Key</a:t>
            </a:r>
          </a:p>
          <a:p>
            <a:r>
              <a:rPr b="1">
                <a:latin typeface="Calibri"/>
              </a:rPr>
              <a:t>Takeaways</a:t>
            </a:r>
          </a:p>
        </p:txBody>
      </p:sp>
    </p:spTree>
  </p:cSld>
  <p:clrMapOvr>
    <a:masterClrMapping/>
  </p:clrMapOvr>
</p:sld>
</file>

<file path=ppt/slides/slide15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Text Placeholder 1"/>
          <p:cNvSpPr>
            <a:spLocks noGrp="1"/>
          </p:cNvSpPr>
          <p:nvPr>
            <p:ph type="body" idx="13" sz="quarter"/>
          </p:nvPr>
        </p:nvSpPr>
        <p:spPr/>
        <p:txBody>
          <a:bodyPr/>
          <a:lstStyle/>
          <a:p>
            <a:r>
              <a:rPr>
                <a:latin typeface="Calibri"/>
              </a:rPr>
              <a:t>Next:  Stage 4 - Generative AI</a:t>
            </a:r>
          </a:p>
        </p:txBody>
      </p:sp>
      <p:sp>
        <p:nvSpPr>
          <p:cNvPr id="3" name="Text Placeholder 2"/>
          <p:cNvSpPr>
            <a:spLocks noGrp="1"/>
          </p:cNvSpPr>
          <p:nvPr>
            <p:ph type="body" idx="14" sz="quarter"/>
          </p:nvPr>
        </p:nvSpPr>
        <p:spPr/>
        <p:txBody>
          <a:bodyPr/>
          <a:lstStyle/>
          <a:p>
            <a:r>
              <a:rPr b="1">
                <a:latin typeface="Calibri"/>
              </a:rPr>
              <a:t>Hyperparameter Tuning</a:t>
            </a:r>
          </a:p>
        </p:txBody>
      </p:sp>
    </p:spTree>
  </p:cSld>
  <p:clrMapOvr>
    <a:masterClrMapping/>
  </p:clrMapOvr>
</p:sld>
</file>

<file path=ppt/theme/theme1.xml><?xml version="1.0" encoding="utf-8"?>
<a:theme xmlns:a="http://schemas.openxmlformats.org/drawingml/2006/main" name="CP_CorpTemp_2024">
  <a:themeElements>
    <a:clrScheme name="Check Point 2024">
      <a:dk1>
        <a:srgbClr val="000000"/>
      </a:dk1>
      <a:lt1>
        <a:srgbClr val="FFFFFF"/>
      </a:lt1>
      <a:dk2>
        <a:srgbClr val="EE0C5D"/>
      </a:dk2>
      <a:lt2>
        <a:srgbClr val="F2F2F2"/>
      </a:lt2>
      <a:accent1>
        <a:srgbClr val="EE0C5D"/>
      </a:accent1>
      <a:accent2>
        <a:srgbClr val="41273C"/>
      </a:accent2>
      <a:accent3>
        <a:srgbClr val="B70D4E"/>
      </a:accent3>
      <a:accent4>
        <a:srgbClr val="741984"/>
      </a:accent4>
      <a:accent5>
        <a:srgbClr val="FF1010"/>
      </a:accent5>
      <a:accent6>
        <a:srgbClr val="FCB117"/>
      </a:accent6>
      <a:hlink>
        <a:srgbClr val="EE0C5D"/>
      </a:hlink>
      <a:folHlink>
        <a:srgbClr val="41273C"/>
      </a:folHlink>
    </a:clrScheme>
    <a:fontScheme name="Arial">
      <a:majorFont>
        <a:latin typeface="Arial" panose="020B0604020202020204"/>
        <a:ea typeface=""/>
        <a:cs typeface=""/>
        <a:font script="Jpan" typeface="ＭＳ Ｐゴシック"/>
        <a:font script="Hang" typeface="굴림"/>
        <a:font script="Hans" typeface="黑体"/>
        <a:font script="Hant" typeface="微軟正黑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  <a:font script="Geor" typeface="Sylfaen"/>
      </a:majorFont>
      <a:minorFont>
        <a:latin typeface="Arial" panose="020B0604020202020204"/>
        <a:ea typeface=""/>
        <a:cs typeface=""/>
        <a:font script="Jpan" typeface="ＭＳ Ｐゴシック"/>
        <a:font script="Hang" typeface="굴림"/>
        <a:font script="Hans" typeface="黑体"/>
        <a:font script="Hant" typeface="微軟正黑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  <a:font script="Geor" typeface="Sylfaen"/>
      </a:minorFont>
    </a:fontScheme>
    <a:fmtScheme name="Office 2007-2010">
      <a:fillStyleLst>
        <a:solidFill>
          <a:schemeClr val="phClr"/>
        </a:solidFill>
        <a:gradFill rotWithShape="1">
          <a:gsLst>
            <a:gs pos="0">
              <a:schemeClr val="phClr">
                <a:tint val="50000"/>
                <a:satMod val="300000"/>
              </a:schemeClr>
            </a:gs>
            <a:gs pos="35000">
              <a:schemeClr val="phClr">
                <a:tint val="37000"/>
                <a:satMod val="300000"/>
              </a:schemeClr>
            </a:gs>
            <a:gs pos="100000">
              <a:schemeClr val="phClr">
                <a:tint val="15000"/>
                <a:satMod val="350000"/>
              </a:schemeClr>
            </a:gs>
          </a:gsLst>
          <a:lin ang="16200000" scaled="1"/>
        </a:gradFill>
        <a:gradFill rotWithShape="1">
          <a:gsLst>
            <a:gs pos="0">
              <a:schemeClr val="phClr">
                <a:shade val="51000"/>
                <a:satMod val="130000"/>
              </a:schemeClr>
            </a:gs>
            <a:gs pos="80000">
              <a:schemeClr val="phClr">
                <a:shade val="93000"/>
                <a:satMod val="130000"/>
              </a:schemeClr>
            </a:gs>
            <a:gs pos="100000">
              <a:schemeClr val="phClr">
                <a:shade val="94000"/>
                <a:satMod val="135000"/>
              </a:schemeClr>
            </a:gs>
          </a:gsLst>
          <a:lin ang="16200000" scaled="0"/>
        </a:gradFill>
      </a:fillStyleLst>
      <a:lnStyleLst>
        <a:ln w="9525" cap="flat" cmpd="sng" algn="ctr">
          <a:solidFill>
            <a:schemeClr val="phClr">
              <a:shade val="95000"/>
              <a:satMod val="105000"/>
            </a:schemeClr>
          </a:solidFill>
          <a:prstDash val="solid"/>
        </a:ln>
        <a:ln w="25400" cap="flat" cmpd="sng" algn="ctr">
          <a:solidFill>
            <a:schemeClr val="phClr"/>
          </a:solidFill>
          <a:prstDash val="solid"/>
        </a:ln>
        <a:ln w="38100" cap="flat" cmpd="sng" algn="ctr">
          <a:solidFill>
            <a:schemeClr val="phClr"/>
          </a:solidFill>
          <a:prstDash val="solid"/>
        </a:ln>
      </a:lnStyleLst>
      <a:effectStyleLst>
        <a:effectStyle>
          <a:effectLst>
            <a:outerShdw blurRad="40000" dist="20000" dir="5400000" rotWithShape="0">
              <a:srgbClr val="000000">
                <a:alpha val="38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  <a:scene3d>
            <a:camera prst="orthographicFront">
              <a:rot lat="0" lon="0" rev="0"/>
            </a:camera>
            <a:lightRig rig="threePt" dir="t">
              <a:rot lat="0" lon="0" rev="1200000"/>
            </a:lightRig>
          </a:scene3d>
          <a:sp3d>
            <a:bevelT w="63500" h="25400"/>
          </a:sp3d>
        </a:effectStyle>
      </a:effectStyleLst>
      <a:bgFillStyleLst>
        <a:solidFill>
          <a:schemeClr val="phClr"/>
        </a:solidFill>
        <a:gradFill rotWithShape="1">
          <a:gsLst>
            <a:gs pos="0">
              <a:schemeClr val="phClr">
                <a:tint val="40000"/>
                <a:satMod val="350000"/>
              </a:schemeClr>
            </a:gs>
            <a:gs pos="40000">
              <a:schemeClr val="phClr">
                <a:tint val="45000"/>
                <a:shade val="99000"/>
                <a:satMod val="350000"/>
              </a:schemeClr>
            </a:gs>
            <a:gs pos="100000">
              <a:schemeClr val="phClr">
                <a:shade val="20000"/>
                <a:satMod val="255000"/>
              </a:schemeClr>
            </a:gs>
          </a:gsLst>
          <a:path path="circle">
            <a:fillToRect l="50000" t="-80000" r="50000" b="180000"/>
          </a:path>
        </a:gradFill>
        <a:gradFill rotWithShape="1">
          <a:gsLst>
            <a:gs pos="0">
              <a:schemeClr val="phClr">
                <a:tint val="80000"/>
                <a:satMod val="300000"/>
              </a:schemeClr>
            </a:gs>
            <a:gs pos="100000">
              <a:schemeClr val="phClr">
                <a:shade val="30000"/>
                <a:satMod val="200000"/>
              </a:schemeClr>
            </a:gs>
          </a:gsLst>
          <a:path path="circle">
            <a:fillToRect l="50000" t="50000" r="50000" b="50000"/>
          </a:path>
        </a:gradFill>
      </a:bgFillStyleLst>
    </a:fmtScheme>
  </a:themeElements>
  <a:objectDefaults>
    <a:spDef>
      <a:spPr bwMode="auto">
        <a:solidFill>
          <a:schemeClr val="bg2"/>
        </a:solidFill>
        <a:ln w="12700" algn="ctr">
          <a:noFill/>
          <a:miter lim="800000"/>
          <a:headEnd/>
          <a:tailEnd/>
        </a:ln>
        <a:effectLst/>
      </a:spPr>
      <a:bodyPr rot="0" spcFirstLastPara="0" vertOverflow="overflow" horzOverflow="overflow" vert="horz" wrap="square" lIns="91440" tIns="45720" rIns="91440" bIns="45720" numCol="1" spcCol="0" rtlCol="0" fromWordArt="0" anchor="ctr" anchorCtr="0" forceAA="0" compatLnSpc="1">
        <a:prstTxWarp prst="textNoShape">
          <a:avLst/>
        </a:prstTxWarp>
        <a:noAutofit/>
      </a:bodyPr>
      <a:lstStyle>
        <a:defPPr algn="ctr">
          <a:lnSpc>
            <a:spcPct val="80000"/>
          </a:lnSpc>
          <a:spcBef>
            <a:spcPts val="1200"/>
          </a:spcBef>
          <a:spcAft>
            <a:spcPts val="0"/>
          </a:spcAft>
          <a:buSzPct val="115000"/>
          <a:defRPr sz="2400" dirty="0" err="1" smtClean="0">
            <a:latin typeface="+mn-lt"/>
          </a:defRPr>
        </a:defPPr>
      </a:lstStyle>
    </a:spDef>
    <a:lnDef>
      <a:spPr bwMode="auto">
        <a:solidFill>
          <a:schemeClr val="bg1"/>
        </a:solidFill>
        <a:ln w="38100" cap="flat" cmpd="sng" algn="ctr">
          <a:solidFill>
            <a:schemeClr val="accent1"/>
          </a:solidFill>
          <a:prstDash val="solid"/>
          <a:round/>
          <a:headEnd type="none" w="med" len="med"/>
          <a:tailEnd type="none" w="med" len="med"/>
        </a:ln>
        <a:effectLst/>
        <a:extLst>
          <a:ext uri="{AF507438-7753-43E0-B8FC-AC1667EBCBE1}">
            <a14:hiddenEffects xmlns:a14="http://schemas.microsoft.com/office/drawing/2010/main">
              <a:effectLst>
                <a:outerShdw dist="35921" dir="2700000" algn="ctr" rotWithShape="0">
                  <a:schemeClr val="bg2"/>
                </a:outerShdw>
              </a:effectLst>
            </a14:hiddenEffects>
          </a:ext>
        </a:extLst>
      </a:spPr>
      <a:bodyPr/>
      <a:lstStyle/>
    </a:lnDef>
    <a:txDef>
      <a:spPr bwMode="auto">
        <a:noFill/>
        <a:ln>
          <a:noFill/>
        </a:ln>
        <a:effectLst/>
      </a:spPr>
      <a:bodyPr vert="horz" wrap="none" lIns="91440" tIns="45720" rIns="91440" bIns="45720" numCol="1" rtlCol="0" anchor="ctr" anchorCtr="0" compatLnSpc="1">
        <a:prstTxWarp prst="textNoShape">
          <a:avLst/>
        </a:prstTxWarp>
        <a:spAutoFit/>
      </a:bodyPr>
      <a:lstStyle>
        <a:defPPr>
          <a:spcBef>
            <a:spcPts val="0"/>
          </a:spcBef>
          <a:defRPr sz="2400" dirty="0" err="1" smtClean="0">
            <a:solidFill>
              <a:schemeClr val="bg2">
                <a:lumMod val="50000"/>
              </a:schemeClr>
            </a:solidFill>
            <a:latin typeface="Arial" panose="020B0604020202020204" pitchFamily="34" charset="0"/>
            <a:cs typeface="Arial" panose="020B0604020202020204" pitchFamily="34" charset="0"/>
          </a:defRPr>
        </a:defPPr>
      </a:lstStyle>
    </a:txDef>
  </a:objectDefaults>
  <a:extraClrSchemeLst>
    <a:extraClrScheme>
      <a:clrScheme name="PPTtemplates_10_01_26_rp 1">
        <a:dk1>
          <a:srgbClr val="000000"/>
        </a:dk1>
        <a:lt1>
          <a:srgbClr val="FFFFFF"/>
        </a:lt1>
        <a:dk2>
          <a:srgbClr val="000000"/>
        </a:dk2>
        <a:lt2>
          <a:srgbClr val="808080"/>
        </a:lt2>
        <a:accent1>
          <a:srgbClr val="BBE0E3"/>
        </a:accent1>
        <a:accent2>
          <a:srgbClr val="333399"/>
        </a:accent2>
        <a:accent3>
          <a:srgbClr val="FFFFFF"/>
        </a:accent3>
        <a:accent4>
          <a:srgbClr val="000000"/>
        </a:accent4>
        <a:accent5>
          <a:srgbClr val="DAEDEF"/>
        </a:accent5>
        <a:accent6>
          <a:srgbClr val="2D2D8A"/>
        </a:accent6>
        <a:hlink>
          <a:srgbClr val="009999"/>
        </a:hlink>
        <a:folHlink>
          <a:srgbClr val="99CC00"/>
        </a:folHlink>
      </a:clrScheme>
      <a:clrMap bg1="lt1" tx1="dk1" bg2="lt2" tx2="dk2" accent1="accent1" accent2="accent2" accent3="accent3" accent4="accent4" accent5="accent5" accent6="accent6" hlink="hlink" folHlink="folHlink"/>
    </a:extraClrScheme>
    <a:extraClrScheme>
      <a:clrScheme name="PPTtemplates_10_01_26_rp 2">
        <a:dk1>
          <a:srgbClr val="000000"/>
        </a:dk1>
        <a:lt1>
          <a:srgbClr val="FFFFFF"/>
        </a:lt1>
        <a:dk2>
          <a:srgbClr val="000000"/>
        </a:dk2>
        <a:lt2>
          <a:srgbClr val="969696"/>
        </a:lt2>
        <a:accent1>
          <a:srgbClr val="FBDF53"/>
        </a:accent1>
        <a:accent2>
          <a:srgbClr val="FF9966"/>
        </a:accent2>
        <a:accent3>
          <a:srgbClr val="FFFFFF"/>
        </a:accent3>
        <a:accent4>
          <a:srgbClr val="000000"/>
        </a:accent4>
        <a:accent5>
          <a:srgbClr val="FDECB3"/>
        </a:accent5>
        <a:accent6>
          <a:srgbClr val="E78A5C"/>
        </a:accent6>
        <a:hlink>
          <a:srgbClr val="CC3300"/>
        </a:hlink>
        <a:folHlink>
          <a:srgbClr val="996600"/>
        </a:folHlink>
      </a:clrScheme>
      <a:clrMap bg1="lt1" tx1="dk1" bg2="lt2" tx2="dk2" accent1="accent1" accent2="accent2" accent3="accent3" accent4="accent4" accent5="accent5" accent6="accent6" hlink="hlink" folHlink="folHlink"/>
    </a:extraClrScheme>
    <a:extraClrScheme>
      <a:clrScheme name="PPTtemplates_10_01_26_rp 3">
        <a:dk1>
          <a:srgbClr val="000000"/>
        </a:dk1>
        <a:lt1>
          <a:srgbClr val="FFFFFF"/>
        </a:lt1>
        <a:dk2>
          <a:srgbClr val="000000"/>
        </a:dk2>
        <a:lt2>
          <a:srgbClr val="808080"/>
        </a:lt2>
        <a:accent1>
          <a:srgbClr val="99CCFF"/>
        </a:accent1>
        <a:accent2>
          <a:srgbClr val="CCCCFF"/>
        </a:accent2>
        <a:accent3>
          <a:srgbClr val="FFFFFF"/>
        </a:accent3>
        <a:accent4>
          <a:srgbClr val="000000"/>
        </a:accent4>
        <a:accent5>
          <a:srgbClr val="CAE2FF"/>
        </a:accent5>
        <a:accent6>
          <a:srgbClr val="B9B9E7"/>
        </a:accent6>
        <a:hlink>
          <a:srgbClr val="3333CC"/>
        </a:hlink>
        <a:folHlink>
          <a:srgbClr val="AF67FF"/>
        </a:folHlink>
      </a:clrScheme>
      <a:clrMap bg1="lt1" tx1="dk1" bg2="lt2" tx2="dk2" accent1="accent1" accent2="accent2" accent3="accent3" accent4="accent4" accent5="accent5" accent6="accent6" hlink="hlink" folHlink="folHlink"/>
    </a:extraClrScheme>
    <a:extraClrScheme>
      <a:clrScheme name="PPTtemplates_10_01_26_rp 4">
        <a:dk1>
          <a:srgbClr val="000000"/>
        </a:dk1>
        <a:lt1>
          <a:srgbClr val="DEF6F1"/>
        </a:lt1>
        <a:dk2>
          <a:srgbClr val="000000"/>
        </a:dk2>
        <a:lt2>
          <a:srgbClr val="969696"/>
        </a:lt2>
        <a:accent1>
          <a:srgbClr val="FFFFFF"/>
        </a:accent1>
        <a:accent2>
          <a:srgbClr val="8DC6FF"/>
        </a:accent2>
        <a:accent3>
          <a:srgbClr val="ECFAF7"/>
        </a:accent3>
        <a:accent4>
          <a:srgbClr val="000000"/>
        </a:accent4>
        <a:accent5>
          <a:srgbClr val="FFFFFF"/>
        </a:accent5>
        <a:accent6>
          <a:srgbClr val="7FB3E7"/>
        </a:accent6>
        <a:hlink>
          <a:srgbClr val="0066CC"/>
        </a:hlink>
        <a:folHlink>
          <a:srgbClr val="00A800"/>
        </a:folHlink>
      </a:clrScheme>
      <a:clrMap bg1="lt1" tx1="dk1" bg2="lt2" tx2="dk2" accent1="accent1" accent2="accent2" accent3="accent3" accent4="accent4" accent5="accent5" accent6="accent6" hlink="hlink" folHlink="folHlink"/>
    </a:extraClrScheme>
    <a:extraClrScheme>
      <a:clrScheme name="PPTtemplates_10_01_26_rp 5">
        <a:dk1>
          <a:srgbClr val="000000"/>
        </a:dk1>
        <a:lt1>
          <a:srgbClr val="FFFFD9"/>
        </a:lt1>
        <a:dk2>
          <a:srgbClr val="000000"/>
        </a:dk2>
        <a:lt2>
          <a:srgbClr val="777777"/>
        </a:lt2>
        <a:accent1>
          <a:srgbClr val="FFFFF7"/>
        </a:accent1>
        <a:accent2>
          <a:srgbClr val="33CCCC"/>
        </a:accent2>
        <a:accent3>
          <a:srgbClr val="FFFFE9"/>
        </a:accent3>
        <a:accent4>
          <a:srgbClr val="000000"/>
        </a:accent4>
        <a:accent5>
          <a:srgbClr val="FFFFFA"/>
        </a:accent5>
        <a:accent6>
          <a:srgbClr val="2DB9B9"/>
        </a:accent6>
        <a:hlink>
          <a:srgbClr val="FF5050"/>
        </a:hlink>
        <a:folHlink>
          <a:srgbClr val="FF9900"/>
        </a:folHlink>
      </a:clrScheme>
      <a:clrMap bg1="lt1" tx1="dk1" bg2="lt2" tx2="dk2" accent1="accent1" accent2="accent2" accent3="accent3" accent4="accent4" accent5="accent5" accent6="accent6" hlink="hlink" folHlink="folHlink"/>
    </a:extraClrScheme>
    <a:extraClrScheme>
      <a:clrScheme name="PPTtemplates_10_01_26_rp 6">
        <a:dk1>
          <a:srgbClr val="005A58"/>
        </a:dk1>
        <a:lt1>
          <a:srgbClr val="FFFFFF"/>
        </a:lt1>
        <a:dk2>
          <a:srgbClr val="008080"/>
        </a:dk2>
        <a:lt2>
          <a:srgbClr val="FFFF99"/>
        </a:lt2>
        <a:accent1>
          <a:srgbClr val="006462"/>
        </a:accent1>
        <a:accent2>
          <a:srgbClr val="6D6FC7"/>
        </a:accent2>
        <a:accent3>
          <a:srgbClr val="AAC0C0"/>
        </a:accent3>
        <a:accent4>
          <a:srgbClr val="DADADA"/>
        </a:accent4>
        <a:accent5>
          <a:srgbClr val="AAB8B7"/>
        </a:accent5>
        <a:accent6>
          <a:srgbClr val="6264B4"/>
        </a:accent6>
        <a:hlink>
          <a:srgbClr val="00FFFF"/>
        </a:hlink>
        <a:folHlink>
          <a:srgbClr val="00FF00"/>
        </a:folHlink>
      </a:clrScheme>
      <a:clrMap bg1="dk2" tx1="lt1" bg2="dk1" tx2="lt2" accent1="accent1" accent2="accent2" accent3="accent3" accent4="accent4" accent5="accent5" accent6="accent6" hlink="hlink" folHlink="folHlink"/>
    </a:extraClrScheme>
    <a:extraClrScheme>
      <a:clrScheme name="PPTtemplates_10_01_26_rp 7">
        <a:dk1>
          <a:srgbClr val="5C1F00"/>
        </a:dk1>
        <a:lt1>
          <a:srgbClr val="FFFFFF"/>
        </a:lt1>
        <a:dk2>
          <a:srgbClr val="800000"/>
        </a:dk2>
        <a:lt2>
          <a:srgbClr val="DFD293"/>
        </a:lt2>
        <a:accent1>
          <a:srgbClr val="CC3300"/>
        </a:accent1>
        <a:accent2>
          <a:srgbClr val="BE7960"/>
        </a:accent2>
        <a:accent3>
          <a:srgbClr val="C0AAAA"/>
        </a:accent3>
        <a:accent4>
          <a:srgbClr val="DADADA"/>
        </a:accent4>
        <a:accent5>
          <a:srgbClr val="E2ADAA"/>
        </a:accent5>
        <a:accent6>
          <a:srgbClr val="AC6D56"/>
        </a:accent6>
        <a:hlink>
          <a:srgbClr val="FFFF99"/>
        </a:hlink>
        <a:folHlink>
          <a:srgbClr val="D3A219"/>
        </a:folHlink>
      </a:clrScheme>
      <a:clrMap bg1="dk2" tx1="lt1" bg2="dk1" tx2="lt2" accent1="accent1" accent2="accent2" accent3="accent3" accent4="accent4" accent5="accent5" accent6="accent6" hlink="hlink" folHlink="folHlink"/>
    </a:extraClrScheme>
    <a:extraClrScheme>
      <a:clrScheme name="PPTtemplates_10_01_26_rp 8">
        <a:dk1>
          <a:srgbClr val="4E4E4E"/>
        </a:dk1>
        <a:lt1>
          <a:srgbClr val="FFFFFF"/>
        </a:lt1>
        <a:dk2>
          <a:srgbClr val="245491"/>
        </a:dk2>
        <a:lt2>
          <a:srgbClr val="777777"/>
        </a:lt2>
        <a:accent1>
          <a:srgbClr val="6553A0"/>
        </a:accent1>
        <a:accent2>
          <a:srgbClr val="000073"/>
        </a:accent2>
        <a:accent3>
          <a:srgbClr val="FFFFFF"/>
        </a:accent3>
        <a:accent4>
          <a:srgbClr val="414141"/>
        </a:accent4>
        <a:accent5>
          <a:srgbClr val="B8B3CD"/>
        </a:accent5>
        <a:accent6>
          <a:srgbClr val="000068"/>
        </a:accent6>
        <a:hlink>
          <a:srgbClr val="F06414"/>
        </a:hlink>
        <a:folHlink>
          <a:srgbClr val="A2B000"/>
        </a:folHlink>
      </a:clrScheme>
      <a:clrMap bg1="lt1" tx1="dk1" bg2="lt2" tx2="dk2" accent1="accent1" accent2="accent2" accent3="accent3" accent4="accent4" accent5="accent5" accent6="accent6" hlink="hlink" folHlink="folHlink"/>
    </a:extraClrScheme>
    <a:extraClrScheme>
      <a:clrScheme name="PPTtemplates_10_01_26_rp 9">
        <a:dk1>
          <a:srgbClr val="4E4E4E"/>
        </a:dk1>
        <a:lt1>
          <a:srgbClr val="FFFFFF"/>
        </a:lt1>
        <a:dk2>
          <a:srgbClr val="245491"/>
        </a:dk2>
        <a:lt2>
          <a:srgbClr val="777777"/>
        </a:lt2>
        <a:accent1>
          <a:srgbClr val="95B8CF"/>
        </a:accent1>
        <a:accent2>
          <a:srgbClr val="000073"/>
        </a:accent2>
        <a:accent3>
          <a:srgbClr val="FFFFFF"/>
        </a:accent3>
        <a:accent4>
          <a:srgbClr val="414141"/>
        </a:accent4>
        <a:accent5>
          <a:srgbClr val="C8D8E4"/>
        </a:accent5>
        <a:accent6>
          <a:srgbClr val="000068"/>
        </a:accent6>
        <a:hlink>
          <a:srgbClr val="F06414"/>
        </a:hlink>
        <a:folHlink>
          <a:srgbClr val="A2B000"/>
        </a:folHlink>
      </a:clrScheme>
      <a:clrMap bg1="lt1" tx1="dk1" bg2="lt2" tx2="dk2" accent1="accent1" accent2="accent2" accent3="accent3" accent4="accent4" accent5="accent5" accent6="accent6" hlink="hlink" folHlink="folHlink"/>
    </a:extraClrScheme>
  </a:extraClrSchemeLst>
  <a:extLst>
    <a:ext uri="{05A4C25C-085E-4340-85A3-A5531E510DB2}">
      <thm15:themeFamily xmlns:thm15="http://schemas.microsoft.com/office/thememl/2012/main" name="Presentation1" id="{C480096A-C882-1646-98A8-38CA86DD8AF8}" vid="{AA300AE5-323F-6B4A-B456-03CB398ABDAA}"/>
    </a:ext>
  </a:extLst>
</a:theme>
</file>

<file path=ppt/theme/theme2.xml><?xml version="1.0" encoding="utf-8"?>
<a:theme xmlns:a="http://schemas.openxmlformats.org/drawingml/2006/main" name="Office Theme">
  <a:themeElements>
    <a:clrScheme name="Checkpoint">
      <a:dk1>
        <a:srgbClr val="4D4D4F"/>
      </a:dk1>
      <a:lt1>
        <a:srgbClr val="FFFFFF"/>
      </a:lt1>
      <a:dk2>
        <a:srgbClr val="777777"/>
      </a:dk2>
      <a:lt2>
        <a:srgbClr val="D5D5D5"/>
      </a:lt2>
      <a:accent1>
        <a:srgbClr val="F599B1"/>
      </a:accent1>
      <a:accent2>
        <a:srgbClr val="E45785"/>
      </a:accent2>
      <a:accent3>
        <a:srgbClr val="A82B52"/>
      </a:accent3>
      <a:accent4>
        <a:srgbClr val="72173D"/>
      </a:accent4>
      <a:accent5>
        <a:srgbClr val="E06025"/>
      </a:accent5>
      <a:accent6>
        <a:srgbClr val="FFE600"/>
      </a:accent6>
      <a:hlink>
        <a:srgbClr val="293896"/>
      </a:hlink>
      <a:folHlink>
        <a:srgbClr val="592351"/>
      </a:folHlink>
    </a:clrScheme>
    <a:fontScheme name="Checkpoint">
      <a:majorFont>
        <a:latin typeface="Arial"/>
        <a:ea typeface=""/>
        <a:cs typeface=""/>
      </a:majorFont>
      <a:minorFont>
        <a:latin typeface="Arial"/>
        <a:ea typeface=""/>
        <a:cs typeface=""/>
      </a:minorFont>
    </a:fontScheme>
    <a:fmtScheme name="Office">
      <a:fillStyleLst>
        <a:solidFill>
          <a:schemeClr val="phClr"/>
        </a:solidFill>
        <a:gradFill rotWithShape="1">
          <a:gsLst>
            <a:gs pos="0">
              <a:schemeClr val="phClr">
                <a:lumMod val="110000"/>
                <a:satMod val="105000"/>
                <a:tint val="67000"/>
              </a:schemeClr>
            </a:gs>
            <a:gs pos="50000">
              <a:schemeClr val="phClr">
                <a:lumMod val="105000"/>
                <a:satMod val="103000"/>
                <a:tint val="73000"/>
              </a:schemeClr>
            </a:gs>
            <a:gs pos="100000">
              <a:schemeClr val="phClr">
                <a:lumMod val="105000"/>
                <a:satMod val="109000"/>
                <a:tint val="81000"/>
              </a:schemeClr>
            </a:gs>
          </a:gsLst>
          <a:lin ang="5400000" scaled="0"/>
        </a:gradFill>
        <a:gradFill rotWithShape="1">
          <a:gsLst>
            <a:gs pos="0">
              <a:schemeClr val="phClr">
                <a:satMod val="103000"/>
                <a:lumMod val="102000"/>
                <a:tint val="94000"/>
              </a:schemeClr>
            </a:gs>
            <a:gs pos="50000">
              <a:schemeClr val="phClr">
                <a:satMod val="110000"/>
                <a:lumMod val="100000"/>
                <a:shade val="100000"/>
              </a:schemeClr>
            </a:gs>
            <a:gs pos="100000">
              <a:schemeClr val="phClr">
                <a:lumMod val="99000"/>
                <a:satMod val="120000"/>
                <a:shade val="78000"/>
              </a:schemeClr>
            </a:gs>
          </a:gsLst>
          <a:lin ang="5400000" scaled="0"/>
        </a:gradFill>
      </a:fillStyleLst>
      <a:lnStyleLst>
        <a:ln w="6350" cap="flat" cmpd="sng" algn="ctr">
          <a:solidFill>
            <a:schemeClr val="phClr"/>
          </a:solidFill>
          <a:prstDash val="solid"/>
          <a:miter lim="800000"/>
        </a:ln>
        <a:ln w="12700" cap="flat" cmpd="sng" algn="ctr">
          <a:solidFill>
            <a:schemeClr val="phClr"/>
          </a:solidFill>
          <a:prstDash val="solid"/>
          <a:miter lim="800000"/>
        </a:ln>
        <a:ln w="19050" cap="flat" cmpd="sng" algn="ctr">
          <a:solidFill>
            <a:schemeClr val="phClr"/>
          </a:solidFill>
          <a:prstDash val="solid"/>
          <a:miter lim="800000"/>
        </a:ln>
      </a:lnStyleLst>
      <a:effectStyleLst>
        <a:effectStyle>
          <a:effectLst/>
        </a:effectStyle>
        <a:effectStyle>
          <a:effectLst/>
        </a:effectStyle>
        <a:effectStyle>
          <a:effectLst>
            <a:outerShdw blurRad="57150" dist="19050" dir="5400000" algn="ctr" rotWithShape="0">
              <a:srgbClr val="000000">
                <a:alpha val="63000"/>
              </a:srgbClr>
            </a:outerShdw>
          </a:effectLst>
        </a:effectStyle>
      </a:effectStyleLst>
      <a:bgFillStyleLst>
        <a:solidFill>
          <a:schemeClr val="phClr"/>
        </a:solidFill>
        <a:gradFill rotWithShape="1">
          <a:gsLst>
            <a:gs pos="0">
              <a:schemeClr val="phClr">
                <a:tint val="40000"/>
                <a:satMod val="350000"/>
              </a:schemeClr>
            </a:gs>
            <a:gs pos="40000">
              <a:schemeClr val="phClr">
                <a:tint val="45000"/>
                <a:shade val="99000"/>
                <a:satMod val="350000"/>
              </a:schemeClr>
            </a:gs>
            <a:gs pos="100000">
              <a:schemeClr val="phClr">
                <a:shade val="20000"/>
                <a:satMod val="255000"/>
              </a:schemeClr>
            </a:gs>
          </a:gsLst>
          <a:path path="circle">
            <a:fillToRect l="50000" t="-80000" r="50000" b="180000"/>
          </a:path>
        </a:gradFill>
        <a:gradFill rotWithShape="1">
          <a:gsLst>
            <a:gs pos="0">
              <a:schemeClr val="phClr">
                <a:tint val="80000"/>
                <a:satMod val="300000"/>
              </a:schemeClr>
            </a:gs>
            <a:gs pos="100000">
              <a:schemeClr val="phClr">
                <a:shade val="30000"/>
                <a:satMod val="200000"/>
              </a:schemeClr>
            </a:gs>
          </a:gsLst>
          <a:path path="circle">
            <a:fillToRect l="50000" t="50000" r="50000" b="50000"/>
          </a:path>
        </a:gradFill>
      </a:bgFillStyleLst>
    </a:fmtScheme>
  </a:themeElements>
  <a:objectDefaults/>
  <a:extraClrSchemeLst/>
</a:theme>
</file>

<file path=ppt/theme/theme3.xml><?xml version="1.0" encoding="utf-8"?>
<a:theme xmlns:a="http://schemas.openxmlformats.org/drawingml/2006/main" name="Office Theme">
  <a:themeElements>
    <a:clrScheme name="Checkpoint">
      <a:dk1>
        <a:srgbClr val="4D4D4F"/>
      </a:dk1>
      <a:lt1>
        <a:srgbClr val="FFFFFF"/>
      </a:lt1>
      <a:dk2>
        <a:srgbClr val="777777"/>
      </a:dk2>
      <a:lt2>
        <a:srgbClr val="D5D5D5"/>
      </a:lt2>
      <a:accent1>
        <a:srgbClr val="F599B1"/>
      </a:accent1>
      <a:accent2>
        <a:srgbClr val="E45785"/>
      </a:accent2>
      <a:accent3>
        <a:srgbClr val="A82B52"/>
      </a:accent3>
      <a:accent4>
        <a:srgbClr val="72173D"/>
      </a:accent4>
      <a:accent5>
        <a:srgbClr val="E06025"/>
      </a:accent5>
      <a:accent6>
        <a:srgbClr val="FFE600"/>
      </a:accent6>
      <a:hlink>
        <a:srgbClr val="293896"/>
      </a:hlink>
      <a:folHlink>
        <a:srgbClr val="592351"/>
      </a:folHlink>
    </a:clrScheme>
    <a:fontScheme name="Checkpoint">
      <a:majorFont>
        <a:latin typeface="Arial"/>
        <a:ea typeface=""/>
        <a:cs typeface=""/>
      </a:majorFont>
      <a:minorFont>
        <a:latin typeface="Arial"/>
        <a:ea typeface=""/>
        <a:cs typeface=""/>
      </a:minorFont>
    </a:fontScheme>
    <a:fmtScheme name="Office">
      <a:fillStyleLst>
        <a:solidFill>
          <a:schemeClr val="phClr"/>
        </a:solidFill>
        <a:gradFill rotWithShape="1">
          <a:gsLst>
            <a:gs pos="0">
              <a:schemeClr val="phClr">
                <a:lumMod val="110000"/>
                <a:satMod val="105000"/>
                <a:tint val="67000"/>
              </a:schemeClr>
            </a:gs>
            <a:gs pos="50000">
              <a:schemeClr val="phClr">
                <a:lumMod val="105000"/>
                <a:satMod val="103000"/>
                <a:tint val="73000"/>
              </a:schemeClr>
            </a:gs>
            <a:gs pos="100000">
              <a:schemeClr val="phClr">
                <a:lumMod val="105000"/>
                <a:satMod val="109000"/>
                <a:tint val="81000"/>
              </a:schemeClr>
            </a:gs>
          </a:gsLst>
          <a:lin ang="5400000" scaled="0"/>
        </a:gradFill>
        <a:gradFill rotWithShape="1">
          <a:gsLst>
            <a:gs pos="0">
              <a:schemeClr val="phClr">
                <a:satMod val="103000"/>
                <a:lumMod val="102000"/>
                <a:tint val="94000"/>
              </a:schemeClr>
            </a:gs>
            <a:gs pos="50000">
              <a:schemeClr val="phClr">
                <a:satMod val="110000"/>
                <a:lumMod val="100000"/>
                <a:shade val="100000"/>
              </a:schemeClr>
            </a:gs>
            <a:gs pos="100000">
              <a:schemeClr val="phClr">
                <a:lumMod val="99000"/>
                <a:satMod val="120000"/>
                <a:shade val="78000"/>
              </a:schemeClr>
            </a:gs>
          </a:gsLst>
          <a:lin ang="5400000" scaled="0"/>
        </a:gradFill>
      </a:fillStyleLst>
      <a:lnStyleLst>
        <a:ln w="6350" cap="flat" cmpd="sng" algn="ctr">
          <a:solidFill>
            <a:schemeClr val="phClr"/>
          </a:solidFill>
          <a:prstDash val="solid"/>
          <a:miter lim="800000"/>
        </a:ln>
        <a:ln w="12700" cap="flat" cmpd="sng" algn="ctr">
          <a:solidFill>
            <a:schemeClr val="phClr"/>
          </a:solidFill>
          <a:prstDash val="solid"/>
          <a:miter lim="800000"/>
        </a:ln>
        <a:ln w="19050" cap="flat" cmpd="sng" algn="ctr">
          <a:solidFill>
            <a:schemeClr val="phClr"/>
          </a:solidFill>
          <a:prstDash val="solid"/>
          <a:miter lim="800000"/>
        </a:ln>
      </a:lnStyleLst>
      <a:effectStyleLst>
        <a:effectStyle>
          <a:effectLst/>
        </a:effectStyle>
        <a:effectStyle>
          <a:effectLst/>
        </a:effectStyle>
        <a:effectStyle>
          <a:effectLst>
            <a:outerShdw blurRad="57150" dist="19050" dir="5400000" algn="ctr" rotWithShape="0">
              <a:srgbClr val="000000">
                <a:alpha val="63000"/>
              </a:srgbClr>
            </a:outerShdw>
          </a:effectLst>
        </a:effectStyle>
      </a:effectStyleLst>
      <a:bgFillStyleLst>
        <a:solidFill>
          <a:schemeClr val="phClr"/>
        </a:solidFill>
        <a:gradFill rotWithShape="1">
          <a:gsLst>
            <a:gs pos="0">
              <a:schemeClr val="phClr">
                <a:tint val="40000"/>
                <a:satMod val="350000"/>
              </a:schemeClr>
            </a:gs>
            <a:gs pos="40000">
              <a:schemeClr val="phClr">
                <a:tint val="45000"/>
                <a:shade val="99000"/>
                <a:satMod val="350000"/>
              </a:schemeClr>
            </a:gs>
            <a:gs pos="100000">
              <a:schemeClr val="phClr">
                <a:shade val="20000"/>
                <a:satMod val="255000"/>
              </a:schemeClr>
            </a:gs>
          </a:gsLst>
          <a:path path="circle">
            <a:fillToRect l="50000" t="-80000" r="50000" b="180000"/>
          </a:path>
        </a:gradFill>
        <a:gradFill rotWithShape="1">
          <a:gsLst>
            <a:gs pos="0">
              <a:schemeClr val="phClr">
                <a:tint val="80000"/>
                <a:satMod val="300000"/>
              </a:schemeClr>
            </a:gs>
            <a:gs pos="100000">
              <a:schemeClr val="phClr">
                <a:shade val="30000"/>
                <a:satMod val="200000"/>
              </a:schemeClr>
            </a:gs>
          </a:gsLst>
          <a:path path="circle">
            <a:fillToRect l="50000" t="50000" r="50000" b="50000"/>
          </a:path>
        </a:gradFill>
      </a:bgFillStyleLst>
    </a:fmtScheme>
  </a:themeElements>
  <a:objectDefaults/>
  <a:extraClrSchemeLst/>
</a:theme>
</file>

<file path=customXml/_rels/item1.xml.rels><?xml version='1.0' encoding='UTF-8' standalone='yes'?>
<Relationships xmlns="http://schemas.openxmlformats.org/package/2006/relationships"><Relationship Id="rId1" Type="http://schemas.openxmlformats.org/officeDocument/2006/relationships/customXmlProps" Target="itemProps1.xml"/></Relationships>
</file>

<file path=customXml/_rels/item2.xml.rels><?xml version='1.0' encoding='UTF-8' standalone='yes'?>
<Relationships xmlns="http://schemas.openxmlformats.org/package/2006/relationships"><Relationship Id="rId1" Type="http://schemas.openxmlformats.org/officeDocument/2006/relationships/customXmlProps" Target="itemProps2.xml"/></Relationships>
</file>

<file path=customXml/_rels/item3.xml.rels><?xml version='1.0' encoding='UTF-8' standalone='yes'?>
<Relationships xmlns="http://schemas.openxmlformats.org/package/2006/relationships"><Relationship Id="rId1" Type="http://schemas.openxmlformats.org/officeDocument/2006/relationships/customXmlProps" Target="itemProps3.xml"/></Relationships>
</file>

<file path=customXml/item1.xml><?xml version="1.0" encoding="utf-8"?>
<p:properties xmlns:p="http://schemas.microsoft.com/office/2006/metadata/properties" xmlns:xsi="http://www.w3.org/2001/XMLSchema-instance" xmlns:pc="http://schemas.microsoft.com/office/infopath/2007/PartnerControls">
  <documentManagement/>
</p:properties>
</file>

<file path=customXml/item2.xml><?xml version="1.0" encoding="utf-8"?>
<?mso-contentType ?>
<FormTemplates xmlns="http://schemas.microsoft.com/sharepoint/v3/contenttype/forms">
  <Display>DocumentLibraryForm</Display>
  <Edit>DocumentLibraryForm</Edit>
  <New>DocumentLibraryForm</New>
</FormTemplates>
</file>

<file path=customXml/item3.xml><?xml version="1.0" encoding="utf-8"?>
<ct:contentTypeSchema xmlns:ct="http://schemas.microsoft.com/office/2006/metadata/contentType" xmlns:ma="http://schemas.microsoft.com/office/2006/metadata/properties/metaAttributes" ct:_="" ma:_="" ma:contentTypeName="Document" ma:contentTypeID="0x0101008B061E8E1705A94585BA488A196C312F" ma:contentTypeVersion="3" ma:contentTypeDescription="Create a new document." ma:contentTypeScope="" ma:versionID="35956190bc34c00712e89920a406c182">
  <xsd:schema xmlns:xsd="http://www.w3.org/2001/XMLSchema" xmlns:xs="http://www.w3.org/2001/XMLSchema" xmlns:p="http://schemas.microsoft.com/office/2006/metadata/properties" xmlns:ns2="06b7b373-b11b-4467-a0d1-a8a206cf85a2" targetNamespace="http://schemas.microsoft.com/office/2006/metadata/properties" ma:root="true" ma:fieldsID="95f0edfa3bfeb2581450f2e2231d5d54" ns2:_="">
    <xsd:import namespace="06b7b373-b11b-4467-a0d1-a8a206cf85a2"/>
    <xsd:element name="properties">
      <xsd:complexType>
        <xsd:sequence>
          <xsd:element name="documentManagement">
            <xsd:complexType>
              <xsd:all>
                <xsd:element ref="ns2:MediaServiceMetadata" minOccurs="0"/>
                <xsd:element ref="ns2:MediaServiceFastMetadata" minOccurs="0"/>
                <xsd:element ref="ns2:MediaServiceSearchProperties" minOccurs="0"/>
              </xsd:all>
            </xsd:complexType>
          </xsd:element>
        </xsd:sequence>
      </xsd:complexType>
    </xsd:element>
  </xsd:schema>
  <xsd:schema xmlns:xsd="http://www.w3.org/2001/XMLSchema" xmlns:xs="http://www.w3.org/2001/XMLSchema" xmlns:dms="http://schemas.microsoft.com/office/2006/documentManagement/types" xmlns:pc="http://schemas.microsoft.com/office/infopath/2007/PartnerControls" targetNamespace="06b7b373-b11b-4467-a0d1-a8a206cf85a2" elementFormDefault="qualified">
    <xsd:import namespace="http://schemas.microsoft.com/office/2006/documentManagement/types"/>
    <xsd:import namespace="http://schemas.microsoft.com/office/infopath/2007/PartnerControls"/>
    <xsd:element name="MediaServiceMetadata" ma:index="8" nillable="true" ma:displayName="MediaServiceMetadata" ma:hidden="true" ma:internalName="MediaServiceMetadata" ma:readOnly="true">
      <xsd:simpleType>
        <xsd:restriction base="dms:Note"/>
      </xsd:simpleType>
    </xsd:element>
    <xsd:element name="MediaServiceFastMetadata" ma:index="9" nillable="true" ma:displayName="MediaServiceFastMetadata" ma:hidden="true" ma:internalName="MediaServiceFastMetadata" ma:readOnly="true">
      <xsd:simpleType>
        <xsd:restriction base="dms:Note"/>
      </xsd:simpleType>
    </xsd:element>
    <xsd:element name="MediaServiceSearchProperties" ma:index="10" nillable="true" ma:displayName="MediaServiceSearchProperties" ma:hidden="true" ma:internalName="MediaServiceSearchProperties" ma:readOnly="true">
      <xsd:simpleType>
        <xsd:restriction base="dms:Note"/>
      </xsd:simpleType>
    </xsd:element>
  </xsd:schema>
  <xsd:schema xmlns="http://schemas.openxmlformats.org/package/2006/metadata/core-properties" xmlns:xsd="http://www.w3.org/2001/XMLSchema" xmlns:xsi="http://www.w3.org/2001/XMLSchema-instance" xmlns:dc="http://purl.org/dc/elements/1.1/" xmlns:dcterms="http://purl.org/dc/terms/" xmlns:odoc="http://schemas.microsoft.com/internal/obd" targetNamespace="http://schemas.openxmlformats.org/package/2006/metadata/core-properties" elementFormDefault="qualified" attributeFormDefault="unqualified" blockDefault="#all">
    <xsd:import namespace="http://purl.org/dc/elements/1.1/" schemaLocation="http://dublincore.org/schemas/xmls/qdc/2003/04/02/dc.xsd"/>
    <xsd:import namespace="http://purl.org/dc/terms/" schemaLocation="http://dublincore.org/schemas/xmls/qdc/2003/04/02/dcterms.xsd"/>
    <xsd:element name="coreProperties" type="CT_coreProperties"/>
    <xsd:complexType name="CT_coreProperties">
      <xsd:all>
        <xsd:element ref="dc:creator" minOccurs="0" maxOccurs="1"/>
        <xsd:element ref="dcterms:created" minOccurs="0" maxOccurs="1"/>
        <xsd:element ref="dc:identifier" minOccurs="0" maxOccurs="1"/>
        <xsd:element name="contentType" minOccurs="0" maxOccurs="1" type="xsd:string" ma:index="0" ma:displayName="Content Type"/>
        <xsd:element ref="dc:title" minOccurs="0" maxOccurs="1" ma:index="4" ma:displayName="Title"/>
        <xsd:element ref="dc:subject" minOccurs="0" maxOccurs="1"/>
        <xsd:element ref="dc:description" minOccurs="0" maxOccurs="1"/>
        <xsd:element name="keywords" minOccurs="0" maxOccurs="1" type="xsd:string"/>
        <xsd:element ref="dc:language" minOccurs="0" maxOccurs="1"/>
        <xsd:element name="category" minOccurs="0" maxOccurs="1" type="xsd:string"/>
        <xsd:element name="version" minOccurs="0" maxOccurs="1" type="xsd:string"/>
        <xsd:element name="revision" minOccurs="0" maxOccurs="1" type="xsd:string">
          <xsd:annotation>
            <xsd:documentation>
                        This value indicates the number of saves or revisions. The application is responsible for updating this value after each revision.
                    </xsd:documentation>
          </xsd:annotation>
        </xsd:element>
        <xsd:element name="lastModifiedBy" minOccurs="0" maxOccurs="1" type="xsd:string"/>
        <xsd:element ref="dcterms:modified" minOccurs="0" maxOccurs="1"/>
        <xsd:element name="contentStatus" minOccurs="0" maxOccurs="1" type="xsd:string"/>
      </xsd:all>
    </xsd:complexType>
  </xsd:schema>
  <xs:schema xmlns:pc="http://schemas.microsoft.com/office/infopath/2007/PartnerControls" xmlns:xs="http://www.w3.org/2001/XMLSchema" targetNamespace="http://schemas.microsoft.com/office/infopath/2007/PartnerControls" elementFormDefault="qualified" attributeFormDefault="unqualified">
    <xs:element name="Person">
      <xs:complexType>
        <xs:sequence>
          <xs:element ref="pc:DisplayName" minOccurs="0"/>
          <xs:element ref="pc:AccountId" minOccurs="0"/>
          <xs:element ref="pc:AccountType" minOccurs="0"/>
        </xs:sequence>
      </xs:complexType>
    </xs:element>
    <xs:element name="DisplayName" type="xs:string"/>
    <xs:element name="AccountId" type="xs:string"/>
    <xs:element name="AccountType" type="xs:string"/>
    <xs:element name="BDCAssociatedEntity">
      <xs:complexType>
        <xs:sequence>
          <xs:element ref="pc:BDCEntity" minOccurs="0" maxOccurs="unbounded"/>
        </xs:sequence>
        <xs:attribute ref="pc:EntityNamespace"/>
        <xs:attribute ref="pc:EntityName"/>
        <xs:attribute ref="pc:SystemInstanceName"/>
        <xs:attribute ref="pc:AssociationName"/>
      </xs:complexType>
    </xs:element>
    <xs:attribute name="EntityNamespace" type="xs:string"/>
    <xs:attribute name="EntityName" type="xs:string"/>
    <xs:attribute name="SystemInstanceName" type="xs:string"/>
    <xs:attribute name="AssociationName" type="xs:string"/>
    <xs:element name="BDCEntity">
      <xs:complexType>
        <xs:sequence>
          <xs:element ref="pc:EntityDisplayName" minOccurs="0"/>
          <xs:element ref="pc:EntityInstanceReference" minOccurs="0"/>
          <xs:element ref="pc:EntityId1" minOccurs="0"/>
          <xs:element ref="pc:EntityId2" minOccurs="0"/>
          <xs:element ref="pc:EntityId3" minOccurs="0"/>
          <xs:element ref="pc:EntityId4" minOccurs="0"/>
          <xs:element ref="pc:EntityId5" minOccurs="0"/>
        </xs:sequence>
      </xs:complexType>
    </xs:element>
    <xs:element name="EntityDisplayName" type="xs:string"/>
    <xs:element name="EntityInstanceReference" type="xs:string"/>
    <xs:element name="EntityId1" type="xs:string"/>
    <xs:element name="EntityId2" type="xs:string"/>
    <xs:element name="EntityId3" type="xs:string"/>
    <xs:element name="EntityId4" type="xs:string"/>
    <xs:element name="EntityId5" type="xs:string"/>
    <xs:element name="Terms">
      <xs:complexType>
        <xs:sequence>
          <xs:element ref="pc:TermInfo" minOccurs="0" maxOccurs="unbounded"/>
        </xs:sequence>
      </xs:complexType>
    </xs:element>
    <xs:element name="TermInfo">
      <xs:complexType>
        <xs:sequence>
          <xs:element ref="pc:TermName" minOccurs="0"/>
          <xs:element ref="pc:TermId" minOccurs="0"/>
        </xs:sequence>
      </xs:complexType>
    </xs:element>
    <xs:element name="TermName" type="xs:string"/>
    <xs:element name="TermId" type="xs:string"/>
  </xs:schema>
</ct:contentTypeSchema>
</file>

<file path=customXml/itemProps1.xml><?xml version="1.0" encoding="utf-8"?>
<ds:datastoreItem xmlns:ds="http://schemas.openxmlformats.org/officeDocument/2006/customXml" ds:itemID="{5AC76719-18CB-4225-85F8-698BAD2C9D1E}">
  <ds:schemaRefs>
    <ds:schemaRef ds:uri="http://schemas.microsoft.com/office/2006/documentManagement/types"/>
    <ds:schemaRef ds:uri="http://www.w3.org/XML/1998/namespace"/>
    <ds:schemaRef ds:uri="http://purl.org/dc/terms/"/>
    <ds:schemaRef ds:uri="http://schemas.microsoft.com/office/infopath/2007/PartnerControls"/>
    <ds:schemaRef ds:uri="http://purl.org/dc/elements/1.1/"/>
    <ds:schemaRef ds:uri="http://schemas.microsoft.com/office/2006/metadata/properties"/>
    <ds:schemaRef ds:uri="http://schemas.openxmlformats.org/package/2006/metadata/core-properties"/>
    <ds:schemaRef ds:uri="06b7b373-b11b-4467-a0d1-a8a206cf85a2"/>
    <ds:schemaRef ds:uri="http://purl.org/dc/dcmitype/"/>
  </ds:schemaRefs>
</ds:datastoreItem>
</file>

<file path=customXml/itemProps2.xml><?xml version="1.0" encoding="utf-8"?>
<ds:datastoreItem xmlns:ds="http://schemas.openxmlformats.org/officeDocument/2006/customXml" ds:itemID="{606B4401-B2CD-4A34-B3FC-0AB9DD0B2FC6}">
  <ds:schemaRefs>
    <ds:schemaRef ds:uri="http://schemas.microsoft.com/sharepoint/v3/contenttype/forms"/>
  </ds:schemaRefs>
</ds:datastoreItem>
</file>

<file path=customXml/itemProps3.xml><?xml version="1.0" encoding="utf-8"?>
<ds:datastoreItem xmlns:ds="http://schemas.openxmlformats.org/officeDocument/2006/customXml" ds:itemID="{52012784-E6F2-453E-AE16-CD6E4A60A27E}">
  <ds:schemaRefs>
    <ds:schemaRef ds:uri="http://schemas.microsoft.com/office/2006/metadata/contentType"/>
    <ds:schemaRef ds:uri="http://schemas.microsoft.com/office/2006/metadata/properties/metaAttributes"/>
    <ds:schemaRef ds:uri="http://www.w3.org/2001/XMLSchema"/>
    <ds:schemaRef ds:uri="http://schemas.microsoft.com/office/2006/metadata/properties"/>
    <ds:schemaRef ds:uri="06b7b373-b11b-4467-a0d1-a8a206cf85a2"/>
    <ds:schemaRef ds:uri="http://schemas.microsoft.com/office/2006/documentManagement/types"/>
    <ds:schemaRef ds:uri="http://schemas.microsoft.com/office/infopath/2007/PartnerControls"/>
    <ds:schemaRef ds:uri="http://schemas.openxmlformats.org/package/2006/metadata/core-properties"/>
    <ds:schemaRef ds:uri="http://purl.org/dc/elements/1.1/"/>
    <ds:schemaRef ds:uri="http://purl.org/dc/terms/"/>
    <ds:schemaRef ds:uri="http://schemas.microsoft.com/internal/obd"/>
  </ds:schemaRefs>
</ds:datastoreItem>
</file>

<file path=docMetadata/LabelInfo.xml><?xml version="1.0" encoding="utf-8"?>
<clbl:labelList xmlns:clbl="http://schemas.microsoft.com/office/2020/mipLabelMetadata">
  <clbl:label id="{e0cf9a1c-2cb1-4d38-9733-321b2d511f49}" enabled="1" method="Privileged" siteId="{612a5289-89a8-45c2-a40d-f36fadb6d37c}" contentBits="0" removed="0"/>
</clbl:labelList>
</file>

<file path=docProps/app.xml><?xml version="1.0" encoding="utf-8"?>
<Properties xmlns="http://schemas.openxmlformats.org/officeDocument/2006/extended-properties" xmlns:vt="http://schemas.openxmlformats.org/officeDocument/2006/docPropsVTypes">
  <Template>CP_CorpTemp_2024</Template>
  <TotalTime>0</TotalTime>
  <Words>5</Words>
  <Application>Microsoft Macintosh PowerPoint</Application>
  <PresentationFormat>Custom</PresentationFormat>
  <Paragraphs>3</Paragraphs>
  <Slides>6</Slides>
  <Notes>0</Notes>
  <HiddenSlides>0</HiddenSlides>
  <MMClips>0</MMClips>
  <ScaleCrop>false</ScaleCrop>
  <HeadingPairs>
    <vt:vector size="6" baseType="variant">
      <vt:variant>
        <vt:lpstr>Fonts Used</vt:lpstr>
      </vt:variant>
      <vt:variant>
        <vt:i4>7</vt:i4>
      </vt:variant>
      <vt:variant>
        <vt:lpstr>Theme</vt:lpstr>
      </vt:variant>
      <vt:variant>
        <vt:i4>1</vt:i4>
      </vt:variant>
      <vt:variant>
        <vt:lpstr>Slide Titles</vt:lpstr>
      </vt:variant>
      <vt:variant>
        <vt:i4>6</vt:i4>
      </vt:variant>
    </vt:vector>
  </HeadingPairs>
  <TitlesOfParts>
    <vt:vector size="14" baseType="lpstr">
      <vt:lpstr>Aptos</vt:lpstr>
      <vt:lpstr>Arial</vt:lpstr>
      <vt:lpstr>Arial Narrow</vt:lpstr>
      <vt:lpstr>Calibri</vt:lpstr>
      <vt:lpstr>Ciscolight</vt:lpstr>
      <vt:lpstr>Helvetica</vt:lpstr>
      <vt:lpstr>Wingdings</vt:lpstr>
      <vt:lpstr>CP_CorpTemp_2024</vt:lpstr>
      <vt:lpstr>PowerPoint Presentation</vt:lpstr>
      <vt:lpstr>Agenda</vt:lpstr>
      <vt:lpstr>PowerPoint Presentation</vt:lpstr>
      <vt:lpstr>PowerPoint Presentation</vt:lpstr>
      <vt:lpstr>Summary</vt:lpstr>
      <vt:lpstr>PowerPoint Presentation</vt:lpstr>
    </vt:vector>
  </TitlesOfParts>
  <Company/>
  <LinksUpToDate>false</LinksUpToDate>
  <SharedDoc>false</SharedDoc>
  <HyperlinksChanged>false</HyperlinksChanged>
  <AppVersion>16.0000</AppVersion>
</Properties>
</file>

<file path=docProps/core.xml><?xml version="1.0" encoding="utf-8"?>
<cp:coreProperties xmlns:cp="http://schemas.openxmlformats.org/package/2006/metadata/core-properties" xmlns:dc="http://purl.org/dc/elements/1.1/" xmlns:dcterms="http://purl.org/dc/terms/" xmlns:dcmitype="http://purl.org/dc/dcmitype/" xmlns:xsi="http://www.w3.org/2001/XMLSchema-instance">
  <dc:title/>
  <dc:creator>Khalid Al-Shawwaf</dc:creator>
  <cp:lastModifiedBy>Khalid Al-Shawwaf</cp:lastModifiedBy>
  <cp:revision>1</cp:revision>
  <cp:lastPrinted>2013-06-12T23:53:29Z</cp:lastPrinted>
  <dcterms:created xsi:type="dcterms:W3CDTF">2026-04-02T19:06:04Z</dcterms:created>
  <dcterms:modified xsi:type="dcterms:W3CDTF">2026-04-02T19:06:29Z</dcterms:modified>
</cp:coreProperties>
</file>

<file path=docProps/custom.xml><?xml version="1.0" encoding="utf-8"?>
<Properties xmlns="http://schemas.openxmlformats.org/officeDocument/2006/custom-properties" xmlns:vt="http://schemas.openxmlformats.org/officeDocument/2006/docPropsVTypes">
  <property fmtid="{D5CDD505-2E9C-101B-9397-08002B2CF9AE}" pid="2" name="Classification">
    <vt:lpwstr>NoClassification</vt:lpwstr>
  </property>
  <property fmtid="{D5CDD505-2E9C-101B-9397-08002B2CF9AE}" pid="3" name="ClassificationDisplay">
    <vt:lpwstr>[No Classification] </vt:lpwstr>
  </property>
  <property fmtid="{D5CDD505-2E9C-101B-9397-08002B2CF9AE}" pid="4" name="ClassificationEntries">
    <vt:lpwstr>50</vt:lpwstr>
  </property>
  <property fmtid="{D5CDD505-2E9C-101B-9397-08002B2CF9AE}" pid="5" name="Classification_1">
    <vt:lpwstr>WGB8ZnR5dHdGZkpmfmpwanSJPnOXICeDOz0rm46QczeDLSQubzs0Nj4nVFE=</vt:lpwstr>
  </property>
  <property fmtid="{D5CDD505-2E9C-101B-9397-08002B2CF9AE}" pid="6" name="Classification_2">
    <vt:lpwstr>WGB8ZnR5dHdGZEpifGp2YXSJPnOGKjqRIDAtgZ+dKSlIOjUgNYJfIS8pJSpATw==</vt:lpwstr>
  </property>
  <property fmtid="{D5CDD505-2E9C-101B-9397-08002B2CF9AE}" pid="7" name="Classification_3">
    <vt:lpwstr>WGB8ZnR5dHdGZEpifGp2Z3SJPnOVNzuDLDc8io9POjWWKS5+hjkhMjRcVA==</vt:lpwstr>
  </property>
  <property fmtid="{D5CDD505-2E9C-101B-9397-08002B2CF9AE}" pid="8" name="Classification_4">
    <vt:lpwstr>WGB8ZnR5dHdGZEpifGp2ZHSJPnONLDOfJS1oPY6HPDeaKzEgMFKWg5qNj1oiLyQ0NEBC</vt:lpwstr>
  </property>
  <property fmtid="{D5CDD505-2E9C-101B-9397-08002B2CF9AE}" pid="9" name="Classification_5">
    <vt:lpwstr>WGB1f2l7dXVVd0FidWJ8aGduU4mIfoaSOiA6hoiALSFIOjUgNYJfIS8pJSpATw==</vt:lpwstr>
  </property>
  <property fmtid="{D5CDD505-2E9C-101B-9397-08002B2CF9AE}" pid="10" name="Verifier">
    <vt:lpwstr>IyCHJSc6Ni2APpMzOzkqPA==</vt:lpwstr>
  </property>
  <property fmtid="{D5CDD505-2E9C-101B-9397-08002B2CF9AE}" pid="11" name="PolicyName">
    <vt:lpwstr>IyBkiiooNjePMZkxLiQsPTo=</vt:lpwstr>
  </property>
  <property fmtid="{D5CDD505-2E9C-101B-9397-08002B2CF9AE}" pid="12" name="Version">
    <vt:lpwstr>Xw==</vt:lpwstr>
  </property>
  <property fmtid="{D5CDD505-2E9C-101B-9397-08002B2CF9AE}" pid="13" name="PolicyID">
    <vt:lpwstr/>
  </property>
  <property fmtid="{D5CDD505-2E9C-101B-9397-08002B2CF9AE}" pid="14" name="DomainID">
    <vt:lpwstr/>
  </property>
  <property fmtid="{D5CDD505-2E9C-101B-9397-08002B2CF9AE}" pid="15" name="HText">
    <vt:lpwstr/>
  </property>
  <property fmtid="{D5CDD505-2E9C-101B-9397-08002B2CF9AE}" pid="16" name="FText">
    <vt:lpwstr/>
  </property>
  <property fmtid="{D5CDD505-2E9C-101B-9397-08002B2CF9AE}" pid="17" name="WMark">
    <vt:lpwstr/>
  </property>
  <property fmtid="{D5CDD505-2E9C-101B-9397-08002B2CF9AE}" pid="18" name="Set">
    <vt:lpwstr>Ky4oOiM=</vt:lpwstr>
  </property>
  <property fmtid="{D5CDD505-2E9C-101B-9397-08002B2CF9AE}" pid="19" name="Classification_6">
    <vt:lpwstr>W2B1eml7dXVVd0FidWR8aGZpU4mIfoaSOiA6hoiALSFILC4wJoaAkj+PjISTlJGalp6GQZOKn08tLiY8OigtIFY=</vt:lpwstr>
  </property>
  <property fmtid="{D5CDD505-2E9C-101B-9397-08002B2CF9AE}" pid="20" name="Classification_7">
    <vt:lpwstr>VWBzZnR5dHBGbkphfmp0anSYPnOGKjqRIDAtgZ+dKSlIKy8sNSmHm5qPj5Gflo+BUZOdgksmOD0oSDcrOSA=</vt:lpwstr>
  </property>
  <property fmtid="{D5CDD505-2E9C-101B-9397-08002B2CF9AE}" pid="21" name="Classification_8">
    <vt:lpwstr>VWBzZnR5dHBGbkpneGp0ZHSYPnOVNzuDLDc8io9PKy+aKYUmPIyHmI+DjY+EUYKakksxJTkkXzAsKT8=</vt:lpwstr>
  </property>
  <property fmtid="{D5CDD505-2E9C-101B-9397-08002B2CF9AE}" pid="22" name="Classification_9">
    <vt:lpwstr>VWBzZnR5dHBGZkBofmB/YGZ5MoV+jT2QITgxTzmROzGBISYxMY1fkJWFhSGTl4SWlICdhp6RXJeGiEgtPyUtPSIyMzs=</vt:lpwstr>
  </property>
  <property fmtid="{D5CDD505-2E9C-101B-9397-08002B2CF9AE}" pid="23" name="Classification_10">
    <vt:lpwstr>VWB8ZnR5dHBGZkpnfWp2YnSJPnOGKjqRIDAtgZ+dKSlIKy8sNSmHm5qPj5Gflo+BUZOdgksmOD0oSDcrOSA=</vt:lpwstr>
  </property>
  <property fmtid="{D5CDD505-2E9C-101B-9397-08002B2CF9AE}" pid="24" name="Classification_11">
    <vt:lpwstr>VWB8ZnR5dHBGZkpne2p3ZHSJPnOVNzuDLDc8io9PKy+aKYUmPIyHmI+DjY+EUYKakksxJTkkXzAsKT8=</vt:lpwstr>
  </property>
  <property fmtid="{D5CDD505-2E9C-101B-9397-08002B2CF9AE}" pid="25" name="Classification_12">
    <vt:lpwstr>VGB9ZnR5dHBGY0pgd2p0a3SJPnOGKjqRIDAtgZ+dKSlIKy8sNSmHm5qPj5Gflo+BUZOdgksmOD0oSD5YQlxcPVZH</vt:lpwstr>
  </property>
  <property fmtid="{D5CDD505-2E9C-101B-9397-08002B2CF9AE}" pid="26" name="Classification_13">
    <vt:lpwstr>VGB9ZnR5dHBGY0pgd2p2YXSJPnOVNzuDLDc8io9PKy+aKYUmPIyHmI+DjY+EUYKakksxJTkkXzlfUkNeWFxc</vt:lpwstr>
  </property>
  <property fmtid="{D5CDD505-2E9C-101B-9397-08002B2CF9AE}" pid="27" name="Classification_14">
    <vt:lpwstr>XH5re3Zmd3RXY1BhdWVyaGRgU5iIfpeYJzIhi46aPCySJH4mPoCFM5yEgYKbj46ckYRcjJ+ISTcjLDJDOFpbIFZaT0Y=</vt:lpwstr>
  </property>
  <property fmtid="{D5CDD505-2E9C-101B-9397-08002B2CF9AE}" pid="28" name="Classification_15">
    <vt:lpwstr>XH5re3Zmd3RXY1BmdWBxaGVuU5iIfoSFJiAtjJ+RLH6QIiwklIqMlpyHlI6ZkZVbnJ+fVDMvOzVEKEVZRVxBIFc=</vt:lpwstr>
  </property>
  <property fmtid="{D5CDD505-2E9C-101B-9397-08002B2CF9AE}" pid="29" name="Classification_16">
    <vt:lpwstr>XH1rfWl7dXVSd0FidWF8aGZhU4mIfoaSOiA6hoiALSFIKy8sNSmHm5qPj5Gflo+BUZOdgksmOD0oSD5YQlxcPVZG</vt:lpwstr>
  </property>
  <property fmtid="{D5CDD505-2E9C-101B-9397-08002B2CF9AE}" pid="30" name="Classification_17">
    <vt:lpwstr>XH1rfWl7dXVSd0FidWF8aGdhU4mIfoSFJiAtjJ+RLH6QIiwklIqMlpyHlI6ZkZVbnJ+fVDMvOzVEKEVZRVxBIFc=</vt:lpwstr>
  </property>
  <property fmtid="{D5CDD505-2E9C-101B-9397-08002B2CF9AE}" pid="31" name="Classification_18">
    <vt:lpwstr>XH1rfWl7dXVSd0FidWNzaGFpU4mIfpeYJzIhi46aPCySJH4mPoCFM5yEgYKbj46ckYRcjJ+ISTcjLDJDOFpbIFZaT0Y=</vt:lpwstr>
  </property>
  <property fmtid="{D5CDD505-2E9C-101B-9397-08002B2CF9AE}" pid="32" name="Classification_19">
    <vt:lpwstr>XH1rfWl7dXVSd0FidWN9aGRtU4mIfoSFJiAtjJ+RLH6QIiwklIqMlpyHlI6ZkZVbnJ+fVDMvOzVEKEVZRVxBIFc=</vt:lpwstr>
  </property>
  <property fmtid="{D5CDD505-2E9C-101B-9397-08002B2CF9AE}" pid="33" name="Classification_20">
    <vt:lpwstr>XH1rcWl7dXVSd0NofmR/Z2x5I4V+iztXijgpnJidLiyQKTEsO4dfmYuEi4yAjI41nJiXjJuVnZ2HkV2NmoFXWjI/MDogLCBPLiAvOENc</vt:lpwstr>
  </property>
  <property fmtid="{D5CDD505-2E9C-101B-9397-08002B2CF9AE}" pid="34" name="Classification_21">
    <vt:lpwstr>XH1reHBmd3RXY1Bjf2p1ZW5sQWiEiG8lLCc8nYKXPCCXc36PgCErPi8/K0w0Oi05T0E=</vt:lpwstr>
  </property>
  <property fmtid="{D5CDD505-2E9C-101B-9397-08002B2CF9AE}" pid="35" name="Classification_22">
    <vt:lpwstr>XH1reHBmd3RXY1Bjf2p1am5pR2iEiG8nOzs8ioiALSFIIjEtO4SUgJAsh4mVnIqFkJmcm16GnZlSLycmOiE8QylaOzI8M19T</vt:lpwstr>
  </property>
  <property fmtid="{D5CDD505-2E9C-101B-9397-08002B2CF9AE}" pid="36" name="Classification_23">
    <vt:lpwstr>XH1re3Nmd3RXY1BjfWpxYm5rR2iViG85JnSLg4qHOyyVISYkIICLnUSei4SZjCGWl5WRhICKm5qdS5CBmFc/US41Pjw6LQ==</vt:lpwstr>
  </property>
  <property fmtid="{D5CDD505-2E9C-101B-9397-08002B2CF9AE}" pid="37" name="Classification_24">
    <vt:lpwstr>XGB1cGl7dXVTd0FidWN3aGBqU4mIfoaSOiA6hoiALSFIc4aPnShJPklbVFFdT1A=</vt:lpwstr>
  </property>
  <property fmtid="{D5CDD505-2E9C-101B-9397-08002B2CF9AE}" pid="38" name="Classification_25">
    <vt:lpwstr>XGB1cGl7dXVTd0FidWR8aGZvU4mIfoSFJiAtjJ+RLH6QIiwklIqMlpyHlI6ZkZVbnJ+fVDMvOzVEKEVZRVxBIFc=</vt:lpwstr>
  </property>
  <property fmtid="{D5CDD505-2E9C-101B-9397-08002B2CF9AE}" pid="39" name="Classification_26">
    <vt:lpwstr>XGB1cGl7dXVTd0FidWV1aGdrU4mIfpeYJzIhi46aPCySJH4mPoCFM5yEgYKbj46ckYRcjJ+ISTcjLDJDOFpbIFZaT0Y=</vt:lpwstr>
  </property>
  <property fmtid="{D5CDD505-2E9C-101B-9397-08002B2CF9AE}" pid="40" name="Classification_27">
    <vt:lpwstr>XGB1cGl7dXVTd0FidWV0aGZgU4mIfoSFJiAtjJ+RLH6QIiwklIqMlpyHlI6ZkZVbnJ+fVDMvOzVEKEVZRVxBIFc=</vt:lpwstr>
  </property>
  <property fmtid="{D5CDD505-2E9C-101B-9397-08002B2CF9AE}" pid="41" name="Classification_28">
    <vt:lpwstr>XGB2eWl7dXVTd0lofml/Ymx5MoV+iztXijgpnJidLiyQKTEsO4dfkJWFhSGTl4SWlICdhp6RXJeGiEgtPyUtPStBSEdAUl9T</vt:lpwstr>
  </property>
  <property fmtid="{D5CDD505-2E9C-101B-9397-08002B2CF9AE}" pid="42" name="Classification_29">
    <vt:lpwstr>XGB2eWl7dXVTd0lofWd/Y2d5MoV+lzGEPSYhjJ+RLH5Ii4+MlUQpRUhcVExATg==</vt:lpwstr>
  </property>
  <property fmtid="{D5CDD505-2E9C-101B-9397-08002B2CF9AE}" pid="43" name="Classification_30">
    <vt:lpwstr>XGB2eWl7dXVTd0lofWh/Z2x5MoV+iztXijgpnJidLiyQKTEsO4dfkJWFhSGTl4SWlICdhp6RXJeGiEgtPyUtPStBSEdAUl9T</vt:lpwstr>
  </property>
  <property fmtid="{D5CDD505-2E9C-101B-9397-08002B2CF9AE}" pid="44" name="Classification_31">
    <vt:lpwstr>XGB2eWl7dXVTd0lofGR/YWd5MoV+lzGEPSYhjJ+RLH5Ii4+MlUQpRUhcVExATg==</vt:lpwstr>
  </property>
  <property fmtid="{D5CDD505-2E9C-101B-9397-08002B2CF9AE}" pid="45" name="Classification_32">
    <vt:lpwstr>XGB2eWl7dXVTd0lofGV/Ym15MoV+iztXijgpnJidLiyQKTEsO4dfkJWFhSGTl4SWlICdhp6RXJeGiEgtPyUtPStBSEdAUl9T</vt:lpwstr>
  </property>
  <property fmtid="{D5CDD505-2E9C-101B-9397-08002B2CF9AE}" pid="46" name="Classification_33">
    <vt:lpwstr>XGB2eWl7dXVTd0loe2B/Y2R5MoV+lzGEPSYhjJ+RLH5Ii4+MlUQpRUhcVExATg==</vt:lpwstr>
  </property>
  <property fmtid="{D5CDD505-2E9C-101B-9397-08002B2CF9AE}" pid="47" name="Classification_34">
    <vt:lpwstr>XGB2eWl7dXVTd0loe2J/YWZ5MoV+iztXijgpnJidLiyQKTEsO4dfkJWFhSGTl4SWlICdhp6RXJeGiEgtPyUtPStBSEdAUl9T</vt:lpwstr>
  </property>
  <property fmtid="{D5CDD505-2E9C-101B-9397-08002B2CF9AE}" pid="48" name="Classification_35">
    <vt:lpwstr>XGB2eWl7dXVTd0Fof2F/Z2d5I4V+lzGEPSYhjJ+RLH5Ii4+MlUQpRUhcVExATg==</vt:lpwstr>
  </property>
  <property fmtid="{D5CDD505-2E9C-101B-9397-08002B2CF9AE}" pid="49" name="Classification_36">
    <vt:lpwstr>XGB2eWl7dXVTd0FoemB/Ymd5I4V+iztXijgpnJidLiyQKTEsO4dfmYuEi4yAjI41nJiXjJuVnZ2HkV2NmoFXWjI/MDogLCBPLiAvOENc</vt:lpwstr>
  </property>
  <property fmtid="{D5CDD505-2E9C-101B-9397-08002B2CF9AE}" pid="50" name="Classification_37">
    <vt:lpwstr>XGB2eWl7dXVTd0Nofmd/Y2B5I4V+lzGEPSYhjJ+RLH5Ii4+MlUQpRUhcVExATg==</vt:lpwstr>
  </property>
  <property fmtid="{D5CDD505-2E9C-101B-9397-08002B2CF9AE}" pid="51" name="Classification_38">
    <vt:lpwstr>XGB2eWl7dXVTd0Nofmd/YGV5I4V+iztXijgpnJidLiyQKTEsO4dfkJWFhSGTl4SWlICdhp6RXJeGiEgtPyUtPStBSEdAUl9T</vt:lpwstr>
  </property>
  <property fmtid="{D5CDD505-2E9C-101B-9397-08002B2CF9AE}" pid="52" name="Classification_39">
    <vt:lpwstr>XGB2eWl7dXVTd0NofGZ/Y2N5I4V+lzGEPSYhjJ+RLH5IgpGNmyQ0IDBBICQ8M1FE</vt:lpwstr>
  </property>
  <property fmtid="{D5CDD505-2E9C-101B-9397-08002B2CF9AE}" pid="53" name="Classification_40">
    <vt:lpwstr>XGB2eWl7dXVTd0dof2Z/YWd5I4V+iztXijgpnJidLiyQKTEsO4dfkJWFhSGTl4SWlICdhp6RXJeGiEgtPyUtPStBSEdAUl9T</vt:lpwstr>
  </property>
  <property fmtid="{D5CDD505-2E9C-101B-9397-08002B2CF9AE}" pid="54" name="Classification_41">
    <vt:lpwstr>XGB2eGl7dXVTd0lofmd/ZmN5MoV+lzGEPSYhjJ+RLH5Ii4+MlUQpRUhcVExATg==</vt:lpwstr>
  </property>
  <property fmtid="{D5CDD505-2E9C-101B-9397-08002B2CF9AE}" pid="55" name="Classification_42">
    <vt:lpwstr>XGB2eGl7dXVTd0FidWF2aGFuU4mIfpqYaZckjpiHISOaKyQxPYaKSJyGjYAwnImQnJuCgJmLhlqKip5VNiYlUUs6SUBAT0JSWw==</vt:lpwstr>
  </property>
  <property fmtid="{D5CDD505-2E9C-101B-9397-08002B2CF9AE}" pid="56" name="Classification_43">
    <vt:lpwstr>XGB2eGl7dXVTd0FidWFxaGdgU4mIfoaSOiA6hoiALSFIKy8sNSmHm5qPj5Gflo+BUZOdgksmOD0oSD5YQlxcPVZG</vt:lpwstr>
  </property>
  <property fmtid="{D5CDD505-2E9C-101B-9397-08002B2CF9AE}" pid="57" name="Classification_44">
    <vt:lpwstr>XGB2eGl7dXVTd0FidWFwaGFvU4mIfoSFJiAtjJ+RLH6QIiwklIqMlpyHlI6ZkZVbnJ+fVDMvOzVEKEVZRVxBIFc=</vt:lpwstr>
  </property>
  <property fmtid="{D5CDD505-2E9C-101B-9397-08002B2CF9AE}" pid="58" name="Classification_45">
    <vt:lpwstr>XGB2eGl7dXVTd0FidWFyaGRhU4mIfpqYaZckjpiHISOaKyQxPYaKSJyGjYAwnImQnJuCgJmLhlqKip5VNiYlUUs6SUBAT0JSWw==</vt:lpwstr>
  </property>
  <property fmtid="{D5CDD505-2E9C-101B-9397-08002B2CF9AE}" pid="59" name="Classification_46">
    <vt:lpwstr>XGB2cWl7dXVTd0FidWN3aGdtU4mIfpeYJzIhi46aPCySJH4mPoCFM5yEgYKbj46ckYRcjJ+ISTcjLDJDOFpbIFZaT0Y=</vt:lpwstr>
  </property>
  <property fmtid="{D5CDD505-2E9C-101B-9397-08002B2CF9AE}" pid="60" name="Classification_47">
    <vt:lpwstr>XGB2cWl7dXVTd0FidWN3aGBhU4mIfoSFJiAtjJ+RLH6QIiwklIqMlpyHlI6ZkZVbnJ+fVDMvOzVEKEVZRVxBIFc=</vt:lpwstr>
  </property>
  <property fmtid="{D5CDD505-2E9C-101B-9397-08002B2CF9AE}" pid="61" name="Classification_48">
    <vt:lpwstr>XGB2cWl7dXVTd0FidWN3aGFuU4mIfpqYaZckjpiHISOaKyQxPYaKSJyGjYAwnImQnJuCgJmLhlqKip5VNiYlUUs6SUBAT0JSWw==</vt:lpwstr>
  </property>
  <property fmtid="{D5CDD505-2E9C-101B-9397-08002B2CF9AE}" pid="62" name="Classification_49">
    <vt:lpwstr>XGB2cWl7dXVTd0FidWN2aGRqU4mIfoaSOiA6hoiALSFIKy8sNSmHm5qPj5Gflo+BUZOdgksmOD0oSD5YQlxcPVZG</vt:lpwstr>
  </property>
  <property fmtid="{D5CDD505-2E9C-101B-9397-08002B2CF9AE}" pid="63" name="Classification_50">
    <vt:lpwstr>XGB2cWl7dXVTd0FidWN2aGRgU4mIfoSFJiAtjJ+RLH6QIiwklIqMlpyHlI6ZkZVbnJ+fVDMvOzVEKEVZRVxBIFc=</vt:lpwstr>
  </property>
  <property fmtid="{D5CDD505-2E9C-101B-9397-08002B2CF9AE}" pid="64" name="lqminfo">
    <vt:i4>3</vt:i4>
  </property>
  <property fmtid="{D5CDD505-2E9C-101B-9397-08002B2CF9AE}" pid="65" name="lqmsess">
    <vt:lpwstr>1a5f720e-7d00-4620-88a5-38245ece3927</vt:lpwstr>
  </property>
  <property fmtid="{D5CDD505-2E9C-101B-9397-08002B2CF9AE}" pid="66" name="ContentTypeId">
    <vt:lpwstr>0x0101008B061E8E1705A94585BA488A196C312F</vt:lpwstr>
  </property>
  <property fmtid="{D5CDD505-2E9C-101B-9397-08002B2CF9AE}" pid="67" name="ClassificationContentMarkingFooterLocations">
    <vt:lpwstr>CP_CorpTemp_2024:6</vt:lpwstr>
  </property>
  <property fmtid="{D5CDD505-2E9C-101B-9397-08002B2CF9AE}" pid="68" name="ClassificationContentMarkingFooterText">
    <vt:lpwstr>[Confidential]</vt:lpwstr>
  </property>
</Properties>
</file>