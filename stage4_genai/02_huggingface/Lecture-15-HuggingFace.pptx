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4.2  |  Stage 4: Generative 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HuggingFace Pre-trained Models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Use What Already Exists  -  No Training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The HuggingFace pipeline API - 3 lines of code</a:t>
            </a:r>
          </a:p>
          <a:p>
            <a:r>
              <a:rPr sz="1600"/>
              <a:t>Available tasks: classification, NER, summarisation</a:t>
            </a:r>
          </a:p>
          <a:p>
            <a:r>
              <a:rPr sz="1600"/>
              <a:t>Zero-shot classification - no training data needed</a:t>
            </a:r>
          </a:p>
          <a:p>
            <a:r>
              <a:rPr sz="1600"/>
              <a:t>Sentence embeddings and semantic search</a:t>
            </a:r>
          </a:p>
          <a:p>
            <a:r>
              <a:rPr sz="1600"/>
              <a:t>The foundation for RAG systems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Pipeline</a:t>
            </a:r>
          </a:p>
          <a:p>
            <a:r>
              <a:t>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Text to Result in One Call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0448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Lines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from transformers import pipeline</a:t>
            </a:r>
          </a:p>
          <a:p>
            <a:r>
              <a:rPr sz="1500"/>
              <a:t/>
            </a:r>
          </a:p>
          <a:p>
            <a:r>
              <a:rPr sz="1500"/>
              <a:t>classifier = pipeline("text-classification",</a:t>
            </a:r>
          </a:p>
          <a:p>
            <a:r>
              <a:rPr sz="1500"/>
              <a:t>    model="distilbert-base-uncased-finetuned-sst-2-english")</a:t>
            </a:r>
          </a:p>
          <a:p>
            <a:r>
              <a:rPr sz="1500"/>
              <a:t/>
            </a:r>
          </a:p>
          <a:p>
            <a:r>
              <a:rPr sz="1500"/>
              <a:t>result = classifier("This threat report is alarming.")</a:t>
            </a:r>
          </a:p>
          <a:p>
            <a:r>
              <a:rPr sz="1500"/>
              <a:t># [{'label': 'NEGATIVE', 'score': 0.98}]</a:t>
            </a:r>
          </a:p>
          <a:p>
            <a:r>
              <a:rPr sz="1500"/>
              <a:t/>
            </a:r>
          </a:p>
          <a:p>
            <a:r>
              <a:rPr sz="1500"/>
              <a:t>HuggingFace handles tokenisation, model loading,</a:t>
            </a:r>
          </a:p>
          <a:p>
            <a:r>
              <a:rPr sz="1500"/>
              <a:t>and post-processing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Available</a:t>
            </a:r>
          </a:p>
          <a:p>
            <a:r>
              <a:t>Tasks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Out-of-the-Box NLP Tasks for Security</a:t>
            </a:r>
          </a:p>
        </p:txBody>
      </p:sp>
      <p:pic>
        <p:nvPicPr>
          <p:cNvPr id="3" name="Picture 2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6255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Zero-Shot</a:t>
            </a:r>
          </a:p>
          <a:p>
            <a:r>
              <a:t>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Map any security log line</a:t>
            </a:r>
          </a:p>
          <a:p>
            <a:r>
              <a:rPr sz="1400"/>
              <a:t>to MITRE ATT&amp;CK tactics</a:t>
            </a:r>
          </a:p>
          <a:p>
            <a:r>
              <a:rPr sz="1400"/>
              <a:t>with zero training data.</a:t>
            </a:r>
          </a:p>
          <a:p>
            <a:r>
              <a:rPr sz="1400"/>
              <a:t/>
            </a:r>
          </a:p>
          <a:p>
            <a:r>
              <a:rPr sz="1400"/>
              <a:t>Define your categories</a:t>
            </a:r>
          </a:p>
          <a:p>
            <a:r>
              <a:rPr sz="1400"/>
              <a:t>at call time.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Classify Into Any Categories - No Training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classifier = pipeline("zero-shot-classification",</a:t>
            </a:r>
          </a:p>
          <a:p>
            <a:r>
              <a:rPr sz="1400"/>
              <a:t/>
            </a:r>
          </a:p>
          <a:p>
            <a:r>
              <a:rPr sz="1400"/>
              <a:t>result = classifier(</a:t>
            </a:r>
          </a:p>
          <a:p>
            <a:r>
              <a:rPr sz="1400"/>
              <a:t>  "Lateral movement: SMB to 15 hosts",</a:t>
            </a:r>
          </a:p>
          <a:p>
            <a:r>
              <a:rPr sz="1400"/>
              <a:t>  candidate_labels=["lateral movement",</a:t>
            </a:r>
          </a:p>
          <a:p>
            <a:r>
              <a:rPr sz="1400"/>
              <a:t>    "data exfiltration", "persistence"]</a:t>
            </a:r>
          </a:p>
          <a:p>
            <a:r>
              <a:rPr sz="1400"/>
              <a:t>)</a:t>
            </a:r>
          </a:p>
          <a:p>
            <a:r>
              <a:rPr sz="1400"/>
              <a:t/>
            </a:r>
          </a:p>
          <a:p>
            <a:r>
              <a:rPr sz="1400"/>
              <a:t>Returns labels sorted by confidence</a:t>
            </a:r>
          </a:p>
          <a:p>
            <a:r>
              <a:rPr sz="1400"/>
              <a:t>Define categories at call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Sentence Embeddings</a:t>
            </a:r>
          </a:p>
          <a:p>
            <a:r>
              <a:t>and Semantic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Foundation of RAG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from sentence_transformers import SentenceTransformer</a:t>
            </a:r>
          </a:p>
          <a:p>
            <a:r>
              <a:rPr sz="1500"/>
              <a:t/>
            </a:r>
          </a:p>
          <a:p>
            <a:r>
              <a:rPr sz="1500"/>
              <a:t>model = SentenceTransformer('all-MiniLM-L6-v2')</a:t>
            </a:r>
          </a:p>
          <a:p>
            <a:r>
              <a:rPr sz="1500"/>
              <a:t>embeddings = model.encode(documents)</a:t>
            </a:r>
          </a:p>
          <a:p>
            <a:r>
              <a:rPr sz="1500"/>
              <a:t/>
            </a:r>
          </a:p>
          <a:p>
            <a:r>
              <a:rPr sz="1500"/>
              <a:t># Query</a:t>
            </a:r>
          </a:p>
          <a:p>
            <a:r>
              <a:rPr sz="1500"/>
              <a:t>q_vec = model.encode(['What is CVE-2024-1234?'])</a:t>
            </a:r>
          </a:p>
          <a:p>
            <a:r>
              <a:rPr sz="1500"/>
              <a:t>similarities = cosine_similarity(q_vec, embeddings)</a:t>
            </a:r>
          </a:p>
          <a:p>
            <a:r>
              <a:rPr sz="1500"/>
              <a:t/>
            </a:r>
          </a:p>
          <a:p>
            <a:r>
              <a:rPr sz="1500"/>
              <a:t>Similar meaning = similar vectors</a:t>
            </a:r>
          </a:p>
          <a:p>
            <a:r>
              <a:rPr sz="1500"/>
              <a:t>This is exactly how RAG retrieval works (Lesson 4.4)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3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Zero-shot classification on security logs</a:t>
            </a:r>
          </a:p>
          <a:p>
            <a:r>
              <a:rPr sz="1600"/>
              <a:t>Exercise 2:  Sentence embeddings - encode, compare, measure similarity</a:t>
            </a:r>
          </a:p>
          <a:p>
            <a:r>
              <a:rPr sz="1600"/>
              <a:t>Exercise 3:  Build a semantic search engine over a security knowledge base</a:t>
            </a:r>
          </a:p>
          <a:p>
            <a:r>
              <a:rPr sz="1600"/>
              <a:t/>
            </a:r>
          </a:p>
          <a:p>
            <a:r>
              <a:rPr sz="1600"/>
              <a:t>First run downloads model weights (~200-500MB), then instant</a:t>
            </a:r>
          </a:p>
          <a:p>
            <a:r>
              <a:rPr sz="1600"/>
              <a:t>All exercises work on CPU - no GPU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HuggingFace pipeline API: pre-trained NLP in 3 lines of code</a:t>
            </a:r>
          </a:p>
          <a:p>
            <a:r>
              <a:rPr sz="1500"/>
              <a:t>Zero-shot classification: any categories, no training data needed</a:t>
            </a:r>
          </a:p>
          <a:p>
            <a:r>
              <a:rPr sz="1500"/>
              <a:t>Sentence embeddings: meaning as vectors, cosine similarity = semantic match</a:t>
            </a:r>
          </a:p>
          <a:p>
            <a:r>
              <a:rPr sz="1500"/>
              <a:t>Semantic search: the retrieval component of RAG systems</a:t>
            </a:r>
          </a:p>
          <a:p>
            <a:r>
              <a:rPr sz="1500"/>
              <a:t>Models download once and cache locally - CPU is sufficient</a:t>
            </a:r>
          </a:p>
          <a:p>
            <a:r>
              <a:rPr sz="1500"/>
              <a:t>Next: LLM API - build a conversational threat intelligence assistant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4.3 - The LLM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HuggingFace Pre-trained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