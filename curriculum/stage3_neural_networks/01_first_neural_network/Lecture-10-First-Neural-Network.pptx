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Lesson 3.1  |  Stage 3: Neural Networks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Your First Neural Network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From sklearn to Keras  -  Deep Learning Begins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Neural network architecture - layers, neurons, weights</a:t>
            </a:r>
          </a:p>
          <a:p>
            <a:r>
              <a:rPr sz="1600">
                <a:latin typeface="Calibri"/>
              </a:rPr>
              <a:t>The three steps: define, compile, train</a:t>
            </a:r>
          </a:p>
          <a:p>
            <a:r>
              <a:rPr sz="1600">
                <a:latin typeface="Calibri"/>
              </a:rPr>
              <a:t>Loss functions, optimisers, and epochs</a:t>
            </a:r>
          </a:p>
          <a:p>
            <a:r>
              <a:rPr sz="1600">
                <a:latin typeface="Calibri"/>
              </a:rPr>
              <a:t>Reading loss curves - good training vs overfitting</a:t>
            </a:r>
          </a:p>
          <a:p>
            <a:r>
              <a:rPr sz="1600">
                <a:latin typeface="Calibri"/>
              </a:rPr>
              <a:t>sklearn vs Keras - when to use which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Network</a:t>
            </a:r>
          </a:p>
          <a:p>
            <a:r>
              <a:rPr b="1">
                <a:latin typeface="Calibri"/>
              </a:rPr>
              <a:t>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Layers, Neurons, and Connections</a:t>
            </a:r>
          </a:p>
        </p:txBody>
      </p:sp>
      <p:pic>
        <p:nvPicPr>
          <p:cNvPr id="3" name="Picture 2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727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From NumPy to Keras - Same Concept, Less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What you built by hand in foundations:</a:t>
            </a:r>
          </a:p>
          <a:p>
            <a:r>
              <a:rPr sz="1500">
                <a:latin typeface="Calibri"/>
              </a:rPr>
              <a:t>  weights = np.random.randn(n_inputs, n_neurons)</a:t>
            </a:r>
          </a:p>
          <a:p>
            <a:r>
              <a:rPr sz="1500">
                <a:latin typeface="Calibri"/>
              </a:rPr>
              <a:t>  output = np.dot(inputs, weights) + biases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Keras equivalent:</a:t>
            </a:r>
          </a:p>
          <a:p>
            <a:r>
              <a:rPr sz="1500">
                <a:latin typeface="Calibri"/>
              </a:rPr>
              <a:t>  keras.layers.Dense(32, activation='relu')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Keras handles initialisation, forward pass,</a:t>
            </a:r>
          </a:p>
          <a:p>
            <a:r>
              <a:rPr sz="1500">
                <a:latin typeface="Calibri"/>
              </a:rPr>
              <a:t>AND the backward pass (backpropagation)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Define, Compile,</a:t>
            </a:r>
          </a:p>
          <a:p>
            <a:r>
              <a:rPr b="1">
                <a:latin typeface="Calibri"/>
              </a:rPr>
              <a:t>Train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Three Steps to Train Any Keras Model</a:t>
            </a:r>
          </a:p>
        </p:txBody>
      </p:sp>
      <p:pic>
        <p:nvPicPr>
          <p:cNvPr id="3" name="Picture 2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11795760" cy="3044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 Training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Epochs</a:t>
            </a:r>
          </a:p>
          <a:p>
            <a:r>
              <a:rPr sz="1400">
                <a:latin typeface="Calibri"/>
              </a:rPr>
              <a:t>  One full pass through all data</a:t>
            </a:r>
          </a:p>
          <a:p>
            <a:r>
              <a:rPr sz="1400">
                <a:latin typeface="Calibri"/>
              </a:rPr>
              <a:t>  Need many passes to converge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Batch size</a:t>
            </a:r>
          </a:p>
          <a:p>
            <a:r>
              <a:rPr sz="1400">
                <a:latin typeface="Calibri"/>
              </a:rPr>
              <a:t>  Process 32 samples at a time</a:t>
            </a:r>
          </a:p>
          <a:p>
            <a:r>
              <a:rPr sz="1400">
                <a:latin typeface="Calibri"/>
              </a:rPr>
              <a:t>  Update weights after each batch</a:t>
            </a:r>
          </a:p>
          <a:p>
            <a:r>
              <a:rPr sz="1400">
                <a:latin typeface="Calibri"/>
              </a:rPr>
              <a:t>  Common: 32, 64, 128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Optimiser: Adam</a:t>
            </a:r>
          </a:p>
          <a:p>
            <a:r>
              <a:rPr sz="1400">
                <a:latin typeface="Calibri"/>
              </a:rPr>
              <a:t>  Adaptive learning rate</a:t>
            </a:r>
          </a:p>
          <a:p>
            <a:r>
              <a:rPr sz="1400">
                <a:latin typeface="Calibri"/>
              </a:rPr>
              <a:t>  Default choice for most tasks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Loss functions:</a:t>
            </a:r>
          </a:p>
          <a:p>
            <a:r>
              <a:rPr sz="1400">
                <a:latin typeface="Calibri"/>
              </a:rPr>
              <a:t>  binary_crossentropy (binary)</a:t>
            </a:r>
          </a:p>
          <a:p>
            <a:r>
              <a:rPr sz="1400">
                <a:latin typeface="Calibri"/>
              </a:rPr>
              <a:t>  categorical_crossentropy (multi)</a:t>
            </a:r>
          </a:p>
          <a:p>
            <a:r>
              <a:rPr sz="1400">
                <a:latin typeface="Calibri"/>
              </a:rPr>
              <a:t>  mse (regression)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Reading</a:t>
            </a:r>
          </a:p>
          <a:p>
            <a:r>
              <a:rPr b="1">
                <a:latin typeface="Calibri"/>
              </a:rPr>
              <a:t>Loss Curves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Good Training vs Overfitting - Read the Curves</a:t>
            </a:r>
          </a:p>
        </p:txBody>
      </p:sp>
      <p:pic>
        <p:nvPicPr>
          <p:cNvPr id="3" name="Picture 2" descr="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432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The loss curves are your</a:t>
            </a:r>
          </a:p>
          <a:p>
            <a:r>
              <a:rPr sz="1400">
                <a:latin typeface="Calibri"/>
              </a:rPr>
              <a:t>most important diagnostic</a:t>
            </a:r>
          </a:p>
          <a:p>
            <a:r>
              <a:rPr sz="1400">
                <a:latin typeface="Calibri"/>
              </a:rPr>
              <a:t>tool in deep learning.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Always plot them.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to Watch For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Both curves falling together = good</a:t>
            </a:r>
          </a:p>
          <a:p>
            <a:r>
              <a:rPr sz="1400">
                <a:latin typeface="Calibri"/>
              </a:rPr>
              <a:t>  Model is learning, not memorising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val_loss rising while train_loss falls</a:t>
            </a:r>
          </a:p>
          <a:p>
            <a:r>
              <a:rPr sz="1400">
                <a:latin typeface="Calibri"/>
              </a:rPr>
              <a:t>  = OVERFITTING - stop training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Neither curve falling = underfitting</a:t>
            </a:r>
          </a:p>
          <a:p>
            <a:r>
              <a:rPr sz="1400">
                <a:latin typeface="Calibri"/>
              </a:rPr>
              <a:t>  Need more capacity or better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sklearn vs Keras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When to Use sklearn vs Keras</a:t>
            </a:r>
          </a:p>
        </p:txBody>
      </p:sp>
      <p:pic>
        <p:nvPicPr>
          <p:cNvPr id="3" name="Picture 2" descr="sklearn_k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1491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</a:t>
            </a:r>
          </a:p>
          <a:p>
            <a:r>
              <a:rPr b="1">
                <a:latin typeface="Calibri"/>
              </a:rP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Exercise 1:  Dense layer = matrix multiply + bias + activation</a:t>
            </a:r>
          </a:p>
          <a:p>
            <a:r>
              <a:rPr sz="1600">
                <a:latin typeface="Calibri"/>
              </a:rPr>
              <a:t>Exercise 2:  Build the network - choose layers, activations, output shape</a:t>
            </a:r>
          </a:p>
          <a:p>
            <a:r>
              <a:rPr sz="1600">
                <a:latin typeface="Calibri"/>
              </a:rPr>
              <a:t>Exercise 3:  Compile and train - model.fit(), history object, training curves</a:t>
            </a:r>
          </a:p>
          <a:p>
            <a:r>
              <a:rPr sz="1600">
                <a:latin typeface="Calibri"/>
              </a:rPr>
              <a:t>Exercise 4:  Evaluate and improve - classification report, compare to LR baseline</a:t>
            </a:r>
          </a:p>
          <a:p>
            <a:r>
              <a:rPr sz="1600">
                <a:latin typeface="Calibri"/>
              </a:rPr>
              <a:t/>
            </a:r>
          </a:p>
          <a:p>
            <a:r>
              <a:rPr sz="1600">
                <a:latin typeface="Calibri"/>
              </a:rPr>
              <a:t>Each exercise: lecture.md + handson.md + solution 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A neural network is layers of neurons with learnable weights</a:t>
            </a:r>
          </a:p>
          <a:p>
            <a:r>
              <a:rPr sz="1500">
                <a:latin typeface="Calibri"/>
              </a:rPr>
              <a:t>Keras: define architecture, compile (loss+optimiser), train (fit)</a:t>
            </a:r>
          </a:p>
          <a:p>
            <a:r>
              <a:rPr sz="1500">
                <a:latin typeface="Calibri"/>
              </a:rPr>
              <a:t>Adam optimiser + binary_crossentropy is the standard starting point</a:t>
            </a:r>
          </a:p>
          <a:p>
            <a:r>
              <a:rPr sz="1500">
                <a:latin typeface="Calibri"/>
              </a:rPr>
              <a:t>Loss curves are your most important diagnostic - always plot them</a:t>
            </a:r>
          </a:p>
          <a:p>
            <a:r>
              <a:rPr sz="1500">
                <a:latin typeface="Calibri"/>
              </a:rPr>
              <a:t>val_loss rising = overfitting, both curves high = underfitting</a:t>
            </a:r>
          </a:p>
          <a:p>
            <a:r>
              <a:rPr sz="1500">
                <a:latin typeface="Calibri"/>
              </a:rPr>
              <a:t>Next: Dropout and regularisation - controlling overfitting in deep networks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</a:t>
            </a:r>
          </a:p>
          <a:p>
            <a:r>
              <a:rPr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Next:  Lesson 3.2 - Dropout and Regularisation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Your First Neural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