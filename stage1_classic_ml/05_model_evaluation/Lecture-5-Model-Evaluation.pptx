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1.5  | 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Model Evaluation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Beyond Accuracy  -  Metrics That Matter in Security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/>
              <a:t>The accuracy trap - why 99% can be useless</a:t>
            </a:r>
          </a:p>
          <a:p>
            <a:r>
              <a:rPr sz="1600"/>
              <a:t>The confusion matrix - four possible outcomes</a:t>
            </a:r>
          </a:p>
          <a:p>
            <a:r>
              <a:rPr sz="1600"/>
              <a:t>Precision, recall, and F1 score</a:t>
            </a:r>
          </a:p>
          <a:p>
            <a:r>
              <a:rPr sz="1600"/>
              <a:t>ROC curves and AUC</a:t>
            </a:r>
          </a:p>
          <a:p>
            <a:r>
              <a:rPr sz="1600"/>
              <a:t>Threshold tuning for operational priorities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Accuracy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99% Accuracy That Catches Zero Attacks</a:t>
            </a:r>
          </a:p>
        </p:txBody>
      </p:sp>
      <p:pic>
        <p:nvPicPr>
          <p:cNvPr id="3" name="Picture 2" descr="accuracy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3946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/>
              <a:t>When classes are imbalanced,</a:t>
            </a:r>
          </a:p>
          <a:p>
            <a:r>
              <a:rPr sz="1400"/>
              <a:t>accuracy rewards ignoring</a:t>
            </a:r>
          </a:p>
          <a:p>
            <a:r>
              <a:rPr sz="1400"/>
              <a:t>the rare class.</a:t>
            </a:r>
          </a:p>
          <a:p>
            <a:r>
              <a:rPr sz="1400"/>
              <a:t/>
            </a:r>
          </a:p>
          <a:p>
            <a:r>
              <a:rPr sz="1400"/>
              <a:t>You need metrics that</a:t>
            </a:r>
          </a:p>
          <a:p>
            <a:r>
              <a:rPr sz="1400"/>
              <a:t>focus on the minority.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Accuracy Misleads in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/>
              <a:t>10,000 connections per hour</a:t>
            </a:r>
          </a:p>
          <a:p>
            <a:r>
              <a:rPr sz="1400"/>
              <a:t>  100 are attacks (1%)</a:t>
            </a:r>
          </a:p>
          <a:p>
            <a:r>
              <a:rPr sz="1400"/>
              <a:t>  9,900 are normal (99%)</a:t>
            </a:r>
          </a:p>
          <a:p>
            <a:r>
              <a:rPr sz="1400"/>
              <a:t/>
            </a:r>
          </a:p>
          <a:p>
            <a:r>
              <a:rPr sz="1400"/>
              <a:t>A model that always says 'normal':</a:t>
            </a:r>
          </a:p>
          <a:p>
            <a:r>
              <a:rPr sz="1400"/>
              <a:t>  Accuracy = 99%</a:t>
            </a:r>
          </a:p>
          <a:p>
            <a:r>
              <a:rPr sz="1400"/>
              <a:t>  Attacks caught = 0</a:t>
            </a:r>
          </a:p>
          <a:p>
            <a:r>
              <a:rPr sz="1400"/>
              <a:t/>
            </a:r>
          </a:p>
          <a:p>
            <a:r>
              <a:rPr sz="1400"/>
              <a:t>This is everywhere in security:</a:t>
            </a:r>
          </a:p>
          <a:p>
            <a:r>
              <a:rPr sz="1400"/>
              <a:t>  Network IDS, fraud, malware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Confusion</a:t>
            </a:r>
          </a:p>
          <a:p>
            <a:r>
              <a:t>Matrix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Prediction Falls Into One of Four Buckets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97280"/>
            <a:ext cx="7589520" cy="567188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Cost of Each Error Type in Security</a:t>
            </a:r>
          </a:p>
        </p:txBody>
      </p:sp>
      <p:pic>
        <p:nvPicPr>
          <p:cNvPr id="3" name="Picture 2" descr="fn_dan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11247120" cy="36255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/>
              <a:t>In most security contexts,</a:t>
            </a:r>
          </a:p>
          <a:p>
            <a:r>
              <a:rPr sz="1400"/>
              <a:t>a false negative (missed attack)</a:t>
            </a:r>
          </a:p>
          <a:p>
            <a:r>
              <a:rPr sz="1400"/>
              <a:t>is far more costly than</a:t>
            </a:r>
          </a:p>
          <a:p>
            <a:r>
              <a:rPr sz="1400"/>
              <a:t>a false positive (false alarm).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Reading the Confusion Matrix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/>
              <a:t>Diagonal = correct predictions</a:t>
            </a:r>
          </a:p>
          <a:p>
            <a:r>
              <a:rPr sz="1400"/>
              <a:t>  (TN + TP) - you want these large</a:t>
            </a:r>
          </a:p>
          <a:p>
            <a:r>
              <a:rPr sz="1400"/>
              <a:t/>
            </a:r>
          </a:p>
          <a:p>
            <a:r>
              <a:rPr sz="1400"/>
              <a:t>Off-diagonal = errors</a:t>
            </a:r>
          </a:p>
          <a:p>
            <a:r>
              <a:rPr sz="1400"/>
              <a:t>  FP = false alarm (benign flagged)</a:t>
            </a:r>
          </a:p>
          <a:p>
            <a:r>
              <a:rPr sz="1400"/>
              <a:t>  FN = missed attack (attack missed)</a:t>
            </a:r>
          </a:p>
          <a:p>
            <a:r>
              <a:rPr sz="1400"/>
              <a:t/>
            </a:r>
          </a:p>
          <a:p>
            <a:r>
              <a:rPr sz="1400"/>
              <a:t>In security, FN is usually worse:</a:t>
            </a:r>
          </a:p>
          <a:p>
            <a:r>
              <a:rPr sz="1400"/>
              <a:t>  A missed breach &gt; a false alert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Precision, Recall,</a:t>
            </a:r>
          </a:p>
          <a:p>
            <a:r>
              <a:t>and F1 Score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Three Metrics You Need for Security ML</a:t>
            </a:r>
          </a:p>
        </p:txBody>
      </p:sp>
      <p:pic>
        <p:nvPicPr>
          <p:cNvPr id="3" name="Picture 2" descr="metric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39045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Each Metric Matters Most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/>
              <a:t>Prioritise Precision when:</a:t>
            </a:r>
          </a:p>
          <a:p>
            <a:r>
              <a:rPr sz="1400"/>
              <a:t/>
            </a:r>
          </a:p>
          <a:p>
            <a:r>
              <a:rPr sz="1400"/>
              <a:t>Auto-blocking is enabled</a:t>
            </a:r>
          </a:p>
          <a:p>
            <a:r>
              <a:rPr sz="1400"/>
              <a:t>  (blocking legit = revenue loss)</a:t>
            </a:r>
          </a:p>
          <a:p>
            <a:r>
              <a:rPr sz="1400"/>
              <a:t/>
            </a:r>
          </a:p>
          <a:p>
            <a:r>
              <a:rPr sz="1400"/>
              <a:t>Small team, limited capacity</a:t>
            </a:r>
          </a:p>
          <a:p>
            <a:r>
              <a:rPr sz="1400"/>
              <a:t>  (can't handle many false alarms)</a:t>
            </a:r>
          </a:p>
          <a:p>
            <a:r>
              <a:rPr sz="1400"/>
              <a:t/>
            </a:r>
          </a:p>
          <a:p>
            <a:r>
              <a:rPr sz="1400"/>
              <a:t>High-confidence actions only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/>
              <a:t>Prioritise Recall when:</a:t>
            </a:r>
          </a:p>
          <a:p>
            <a:r>
              <a:rPr sz="1400"/>
              <a:t/>
            </a:r>
          </a:p>
          <a:p>
            <a:r>
              <a:rPr sz="1400"/>
              <a:t>Missing attacks is unacceptable</a:t>
            </a:r>
          </a:p>
          <a:p>
            <a:r>
              <a:rPr sz="1400"/>
              <a:t>  (APT detection, compliance)</a:t>
            </a:r>
          </a:p>
          <a:p>
            <a:r>
              <a:rPr sz="1400"/>
              <a:t/>
            </a:r>
          </a:p>
          <a:p>
            <a:r>
              <a:rPr sz="1400"/>
              <a:t>Alerting, not blocking</a:t>
            </a:r>
          </a:p>
          <a:p>
            <a:r>
              <a:rPr sz="1400"/>
              <a:t>  (analysts triage the alerts)</a:t>
            </a:r>
          </a:p>
          <a:p>
            <a:r>
              <a:rPr sz="1400"/>
              <a:t/>
            </a:r>
          </a:p>
          <a:p>
            <a:r>
              <a:rPr sz="1400"/>
              <a:t>Cost of a breach is very high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ROC Curves</a:t>
            </a:r>
          </a:p>
          <a:p>
            <a:r>
              <a:t>and Thresholds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 - Model Quality Across All Thresholds</a:t>
            </a:r>
          </a:p>
        </p:txBody>
      </p:sp>
      <p:pic>
        <p:nvPicPr>
          <p:cNvPr id="3" name="Picture 2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097280"/>
            <a:ext cx="7955279" cy="59367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Reading the ROC Curve and AUC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AUC = Area Under the Curve</a:t>
            </a:r>
          </a:p>
          <a:p>
            <a:r>
              <a:rPr sz="1500"/>
              <a:t/>
            </a:r>
          </a:p>
          <a:p>
            <a:r>
              <a:rPr sz="1500"/>
              <a:t>  AUC = 1.0:  Perfect separation (never happens in practice)</a:t>
            </a:r>
          </a:p>
          <a:p>
            <a:r>
              <a:rPr sz="1500"/>
              <a:t>  AUC &gt; 0.90:  Excellent model</a:t>
            </a:r>
          </a:p>
          <a:p>
            <a:r>
              <a:rPr sz="1500"/>
              <a:t>  AUC &gt; 0.80:  Good model</a:t>
            </a:r>
          </a:p>
          <a:p>
            <a:r>
              <a:rPr sz="1500"/>
              <a:t>  AUC = 0.50:  No better than random (the diagonal line)</a:t>
            </a:r>
          </a:p>
          <a:p>
            <a:r>
              <a:rPr sz="1500"/>
              <a:t/>
            </a:r>
          </a:p>
          <a:p>
            <a:r>
              <a:rPr sz="1500"/>
              <a:t>The ROC curve shows performance at EVERY threshold at once</a:t>
            </a:r>
          </a:p>
          <a:p>
            <a:r>
              <a:rPr sz="1500"/>
              <a:t>  - no need to pick a threshold first</a:t>
            </a:r>
          </a:p>
          <a:p>
            <a:r>
              <a:rPr sz="1500"/>
              <a:t>  - compare models fairly regardless of threshold choice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Precision-Recall Tradeoff</a:t>
            </a:r>
          </a:p>
        </p:txBody>
      </p:sp>
      <p:pic>
        <p:nvPicPr>
          <p:cNvPr id="3" name="Picture 2" descr="p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10972800" cy="49031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Choosing the Right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/>
              <a:t>SOC with analyst team</a:t>
            </a:r>
          </a:p>
          <a:p>
            <a:r>
              <a:rPr sz="1400"/>
              <a:t/>
            </a:r>
          </a:p>
          <a:p>
            <a:r>
              <a:rPr sz="1400"/>
              <a:t>Lower threshold (e.g. 0.3)</a:t>
            </a:r>
          </a:p>
          <a:p>
            <a:r>
              <a:rPr sz="1400"/>
              <a:t>  Higher recall</a:t>
            </a:r>
          </a:p>
          <a:p>
            <a:r>
              <a:rPr sz="1400"/>
              <a:t>  More alerts to triage</a:t>
            </a:r>
          </a:p>
          <a:p>
            <a:r>
              <a:rPr sz="1400"/>
              <a:t>  Fewer missed attacks</a:t>
            </a:r>
          </a:p>
          <a:p>
            <a:r>
              <a:rPr sz="1400"/>
              <a:t/>
            </a:r>
          </a:p>
          <a:p>
            <a:r>
              <a:rPr sz="1400"/>
              <a:t>Goal: catch everything,</a:t>
            </a:r>
          </a:p>
          <a:p>
            <a:r>
              <a:rPr sz="1400"/>
              <a:t>  analysts filter the noise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/>
              <a:t>Automated blocking rule</a:t>
            </a:r>
          </a:p>
          <a:p>
            <a:r>
              <a:rPr sz="1400"/>
              <a:t/>
            </a:r>
          </a:p>
          <a:p>
            <a:r>
              <a:rPr sz="1400"/>
              <a:t>Higher threshold (e.g. 0.8)</a:t>
            </a:r>
          </a:p>
          <a:p>
            <a:r>
              <a:rPr sz="1400"/>
              <a:t>  Higher precision</a:t>
            </a:r>
          </a:p>
          <a:p>
            <a:r>
              <a:rPr sz="1400"/>
              <a:t>  Fewer false blocks</a:t>
            </a:r>
          </a:p>
          <a:p>
            <a:r>
              <a:rPr sz="1400"/>
              <a:t>  May miss subtle attacks</a:t>
            </a:r>
          </a:p>
          <a:p>
            <a:r>
              <a:rPr sz="1400"/>
              <a:t/>
            </a:r>
          </a:p>
          <a:p>
            <a:r>
              <a:rPr sz="1400"/>
              <a:t>Goal: only act when</a:t>
            </a:r>
          </a:p>
          <a:p>
            <a:r>
              <a:rPr sz="1400"/>
              <a:t>  confidence is very high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Workshop</a:t>
            </a:r>
          </a:p>
          <a:p>
            <a:r>
              <a:t>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sklearn Evaluation Toolkit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from sklearn.metrics import (classification_report,</a:t>
            </a:r>
          </a:p>
          <a:p>
            <a:r>
              <a:rPr sz="1500"/>
              <a:t>    confusion_matrix, roc_auc_score, RocCurveDisplay)</a:t>
            </a:r>
          </a:p>
          <a:p>
            <a:r>
              <a:rPr sz="1500"/>
              <a:t/>
            </a:r>
          </a:p>
          <a:p>
            <a:r>
              <a:rPr sz="1500"/>
              <a:t>print(classification_report(y_test, y_pred))</a:t>
            </a:r>
          </a:p>
          <a:p>
            <a:r>
              <a:rPr sz="1500"/>
              <a:t>print(confusion_matrix(y_test, y_pred))</a:t>
            </a:r>
          </a:p>
          <a:p>
            <a:r>
              <a:rPr sz="1500"/>
              <a:t>print(f'ROC AUC: {roc_auc_score(y_test, y_proba):.4f}')</a:t>
            </a:r>
          </a:p>
          <a:p>
            <a:r>
              <a:rPr sz="1500"/>
              <a:t/>
            </a:r>
          </a:p>
          <a:p>
            <a:r>
              <a:rPr sz="1500"/>
              <a:t>RocCurveDisplay.from_predictions(y_test, y_proba).plot()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Workshop: 5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Exercise 1:  The accuracy trap - DummyClassifier on imbalanced data</a:t>
            </a:r>
          </a:p>
          <a:p>
            <a:r>
              <a:rPr sz="1500"/>
              <a:t>Exercise 2:  Confusion matrix - compute TP/FP/TN/FN by hand and with sklearn</a:t>
            </a:r>
          </a:p>
          <a:p>
            <a:r>
              <a:rPr sz="1500"/>
              <a:t>Exercise 3:  Precision, recall, F1 - classification report on attack data</a:t>
            </a:r>
          </a:p>
          <a:p>
            <a:r>
              <a:rPr sz="1500"/>
              <a:t>Exercise 4:  ROC curve and AUC - compare three models visually</a:t>
            </a:r>
          </a:p>
          <a:p>
            <a:r>
              <a:rPr sz="1500"/>
              <a:t>Exercise 5:  Threshold tuning - find the right balance for your use case</a:t>
            </a:r>
          </a:p>
          <a:p>
            <a:r>
              <a:rPr sz="1500"/>
              <a:t/>
            </a:r>
          </a:p>
          <a:p>
            <a:r>
              <a:rPr sz="1500"/>
              <a:t>Each exercise: lecture.md (concept) + handson.md (build it yourself)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/>
              <a:t>Accuracy is misleading on imbalanced data - a 99% model can catch 0 attacks</a:t>
            </a:r>
          </a:p>
          <a:p>
            <a:r>
              <a:rPr sz="1500"/>
              <a:t>The confusion matrix reveals TP, FP, TN, FN - the full picture</a:t>
            </a:r>
          </a:p>
          <a:p>
            <a:r>
              <a:rPr sz="1500"/>
              <a:t>Precision (alert quality) vs recall (attack coverage) is the core tradeoff</a:t>
            </a:r>
          </a:p>
          <a:p>
            <a:r>
              <a:rPr sz="1500"/>
              <a:t>F1 balances both; use it as a single summary metric</a:t>
            </a:r>
          </a:p>
          <a:p>
            <a:r>
              <a:rPr sz="1500"/>
              <a:t>ROC AUC compares models across all thresholds (&gt;0.90 = excellent)</a:t>
            </a:r>
          </a:p>
          <a:p>
            <a:r>
              <a:rPr sz="1500"/>
              <a:t>Next: Stage 2 - feature engineering, ensembles, and real-world pipelines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</a:t>
            </a:r>
          </a:p>
          <a:p>
            <a:r>
              <a:t>Takeaways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Next:  Stage 2 - Intermediate ML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Model Evaluation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