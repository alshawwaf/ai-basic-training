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1.4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Decision Trees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Learning Rules from Data  -  Network Traffic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/>
              <a:t>How decision trees work - a flowchart of learned rules</a:t>
            </a:r>
          </a:p>
          <a:p>
            <a:r>
              <a:rPr sz="1600"/>
              <a:t>Gini impurity - how splits are chosen</a:t>
            </a:r>
          </a:p>
          <a:p>
            <a:r>
              <a:rPr sz="1600"/>
              <a:t>Network attack signatures - the security scenario</a:t>
            </a:r>
          </a:p>
          <a:p>
            <a:r>
              <a:rPr sz="1600"/>
              <a:t>Feature importance - which features matter most</a:t>
            </a:r>
          </a:p>
          <a:p>
            <a:r>
              <a:rPr sz="1600"/>
              <a:t>Overfitting and how to control 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Decision</a:t>
            </a:r>
          </a:p>
          <a:p>
            <a:r>
              <a:t>Trees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Flowchart of Learned Yes/No Questions</a:t>
            </a:r>
          </a:p>
        </p:txBody>
      </p:sp>
      <p:pic>
        <p:nvPicPr>
          <p:cNvPr id="3" name="Picture 2" descr="tre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7108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A decision tree is the only</a:t>
            </a:r>
          </a:p>
          <a:p>
            <a:r>
              <a:rPr sz="1400"/>
              <a:t>model so far that you can</a:t>
            </a:r>
          </a:p>
          <a:p>
            <a:r>
              <a:rPr sz="1400"/>
              <a:t>print and read like a</a:t>
            </a:r>
          </a:p>
          <a:p>
            <a:r>
              <a:rPr sz="1400"/>
              <a:t>flowchart.</a:t>
            </a:r>
          </a:p>
          <a:p>
            <a:r>
              <a:rPr sz="1400"/>
              <a:t/>
            </a:r>
          </a:p>
          <a:p>
            <a:r>
              <a:rPr sz="1400"/>
              <a:t>Great for security audits.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Makes Trees Special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The model learns which questions to ask</a:t>
            </a:r>
          </a:p>
          <a:p>
            <a:r>
              <a:rPr sz="1400"/>
              <a:t>  and at what thresholds to split</a:t>
            </a:r>
          </a:p>
          <a:p>
            <a:r>
              <a:rPr sz="1400"/>
              <a:t/>
            </a:r>
          </a:p>
          <a:p>
            <a:r>
              <a:rPr sz="1400"/>
              <a:t>No feature scaling needed</a:t>
            </a:r>
          </a:p>
          <a:p>
            <a:r>
              <a:rPr sz="1400"/>
              <a:t>  (unlike logistic regression)</a:t>
            </a:r>
          </a:p>
          <a:p>
            <a:r>
              <a:rPr sz="1400"/>
              <a:t/>
            </a:r>
          </a:p>
          <a:p>
            <a:r>
              <a:rPr sz="1400"/>
              <a:t>Handles non-linear patterns</a:t>
            </a:r>
          </a:p>
          <a:p>
            <a:r>
              <a:rPr sz="1400"/>
              <a:t>  (combinations of thresholds)</a:t>
            </a:r>
          </a:p>
          <a:p>
            <a:r>
              <a:rPr sz="1400"/>
              <a:t/>
            </a:r>
          </a:p>
          <a:p>
            <a:r>
              <a:rPr sz="1400"/>
              <a:t>The rules are human-readable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Splits</a:t>
            </a:r>
          </a:p>
          <a:p>
            <a:r>
              <a:t>Are Chosen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Gini Impurity - Measuring Split Quality</a:t>
            </a:r>
          </a:p>
        </p:txBody>
      </p:sp>
      <p:pic>
        <p:nvPicPr>
          <p:cNvPr id="3" name="Picture 2" descr="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0180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Splitting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At each node, the tree tries every possible split:</a:t>
            </a:r>
          </a:p>
          <a:p>
            <a:r>
              <a:rPr sz="1500"/>
              <a:t/>
            </a:r>
          </a:p>
          <a:p>
            <a:r>
              <a:rPr sz="1500"/>
              <a:t>  For each feature (bytes_sent, duration, ports, ...):</a:t>
            </a:r>
          </a:p>
          <a:p>
            <a:r>
              <a:rPr sz="1500"/>
              <a:t>    For each possible threshold value:</a:t>
            </a:r>
          </a:p>
          <a:p>
            <a:r>
              <a:rPr sz="1500"/>
              <a:t>      Split the data into two groups</a:t>
            </a:r>
          </a:p>
          <a:p>
            <a:r>
              <a:rPr sz="1500"/>
              <a:t>      Calculate Gini impurity of each group</a:t>
            </a:r>
          </a:p>
          <a:p>
            <a:r>
              <a:rPr sz="1500"/>
              <a:t>      Pick the split with lowest weighted Gini</a:t>
            </a:r>
          </a:p>
          <a:p>
            <a:r>
              <a:rPr sz="1500"/>
              <a:t/>
            </a:r>
          </a:p>
          <a:p>
            <a:r>
              <a:rPr sz="1500"/>
              <a:t>Repeat recursively until stopping condition is met</a:t>
            </a:r>
          </a:p>
          <a:p>
            <a:r>
              <a:rPr sz="1500"/>
              <a:t>  (max_depth, min_samples, or pure nodes)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Network Traffic</a:t>
            </a:r>
          </a:p>
          <a:p>
            <a:r>
              <a:t>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Attack Types - Distinct Feature Signatures</a:t>
            </a:r>
          </a:p>
        </p:txBody>
      </p:sp>
      <p:pic>
        <p:nvPicPr>
          <p:cNvPr id="3" name="Picture 2" descr="attack_s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423528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Importance - Which Network Features Matter Most?</a:t>
            </a:r>
          </a:p>
        </p:txBody>
      </p:sp>
      <p:pic>
        <p:nvPicPr>
          <p:cNvPr id="3" name="Picture 2" descr="fea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440040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Code - Training and Visualising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from sklearn.tree import DecisionTreeClassifier, plot_tree</a:t>
            </a:r>
          </a:p>
          <a:p>
            <a:r>
              <a:rPr sz="1500"/>
              <a:t/>
            </a:r>
          </a:p>
          <a:p>
            <a:r>
              <a:rPr sz="1500"/>
              <a:t>model = DecisionTreeClassifier(max_depth=4, random_state=42)</a:t>
            </a:r>
          </a:p>
          <a:p>
            <a:r>
              <a:rPr sz="1500"/>
              <a:t>model.fit(X_train, y_train)</a:t>
            </a:r>
          </a:p>
          <a:p>
            <a:r>
              <a:rPr sz="1500"/>
              <a:t/>
            </a:r>
          </a:p>
          <a:p>
            <a:r>
              <a:rPr sz="1500"/>
              <a:t># See the actual rules the model learned:</a:t>
            </a:r>
          </a:p>
          <a:p>
            <a:r>
              <a:rPr sz="1500"/>
              <a:t>plot_tree(model, feature_names=feature_names,</a:t>
            </a:r>
          </a:p>
          <a:p>
            <a:r>
              <a:rPr sz="1500"/>
              <a:t>          class_names=['Benign','PortScan','Exfil','DoS'],</a:t>
            </a:r>
          </a:p>
          <a:p>
            <a:r>
              <a:rPr sz="1500"/>
              <a:t>          filled=True, fontsize=8)</a:t>
            </a:r>
          </a:p>
          <a:p>
            <a:r>
              <a:rPr sz="1500"/>
              <a:t/>
            </a:r>
          </a:p>
          <a:p>
            <a:r>
              <a:rPr sz="1500"/>
              <a:t># Which features matter most?</a:t>
            </a:r>
          </a:p>
          <a:p>
            <a:r>
              <a:rPr sz="1500"/>
              <a:t>print(model.feature_importances_)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Overfitting and</a:t>
            </a:r>
          </a:p>
          <a:p>
            <a:r>
              <a:t>How to Control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 vs Test Accuracy at Different Depths</a:t>
            </a:r>
          </a:p>
        </p:txBody>
      </p:sp>
      <p:pic>
        <p:nvPicPr>
          <p:cNvPr id="3" name="Picture 2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49031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Controls to Prevent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max_depth</a:t>
            </a:r>
          </a:p>
          <a:p>
            <a:r>
              <a:rPr sz="1400"/>
              <a:t/>
            </a:r>
          </a:p>
          <a:p>
            <a:r>
              <a:rPr sz="1400"/>
              <a:t>Limits how deep the tree grows</a:t>
            </a:r>
          </a:p>
          <a:p>
            <a:r>
              <a:rPr sz="1400"/>
              <a:t/>
            </a:r>
          </a:p>
          <a:p>
            <a:r>
              <a:rPr sz="1400"/>
              <a:t>Low depth (2-3):</a:t>
            </a:r>
          </a:p>
          <a:p>
            <a:r>
              <a:rPr sz="1400"/>
              <a:t>  Simple, may underfit</a:t>
            </a:r>
          </a:p>
          <a:p>
            <a:r>
              <a:rPr sz="1400"/>
              <a:t/>
            </a:r>
          </a:p>
          <a:p>
            <a:r>
              <a:rPr sz="1400"/>
              <a:t>High depth (15+):</a:t>
            </a:r>
          </a:p>
          <a:p>
            <a:r>
              <a:rPr sz="1400"/>
              <a:t>  Complex, will overfit</a:t>
            </a:r>
          </a:p>
          <a:p>
            <a:r>
              <a:rPr sz="1400"/>
              <a:t/>
            </a:r>
          </a:p>
          <a:p>
            <a:r>
              <a:rPr sz="1400"/>
              <a:t>Sweet spot: usually 4-8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min_samples_split</a:t>
            </a:r>
          </a:p>
          <a:p>
            <a:r>
              <a:rPr sz="1400"/>
              <a:t/>
            </a:r>
          </a:p>
          <a:p>
            <a:r>
              <a:rPr sz="1400"/>
              <a:t>Minimum samples to split a node</a:t>
            </a:r>
          </a:p>
          <a:p>
            <a:r>
              <a:rPr sz="1400"/>
              <a:t/>
            </a:r>
          </a:p>
          <a:p>
            <a:r>
              <a:rPr sz="1400"/>
              <a:t>High value (50+):</a:t>
            </a:r>
          </a:p>
          <a:p>
            <a:r>
              <a:rPr sz="1400"/>
              <a:t>  Prevents tiny leaf nodes</a:t>
            </a:r>
          </a:p>
          <a:p>
            <a:r>
              <a:rPr sz="1400"/>
              <a:t>  More generalisation</a:t>
            </a:r>
          </a:p>
          <a:p>
            <a:r>
              <a:rPr sz="1400"/>
              <a:t/>
            </a:r>
          </a:p>
          <a:p>
            <a:r>
              <a:rPr sz="1400"/>
              <a:t>Default is 2 (very permissive)</a:t>
            </a:r>
          </a:p>
          <a:p>
            <a:r>
              <a:rPr sz="1400"/>
              <a:t/>
            </a:r>
          </a:p>
          <a:p>
            <a:r>
              <a:rPr sz="1400"/>
              <a:t>Try 10-50 for security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Comparison</a:t>
            </a:r>
          </a:p>
          <a:p>
            <a: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Decision Trees Compare to Previous Models</a:t>
            </a:r>
          </a:p>
        </p:txBody>
      </p:sp>
      <p:pic>
        <p:nvPicPr>
          <p:cNvPr id="3" name="Picture 2" descr="tree_vs_oth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34350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Exercise 1:  How trees split - Gini impurity, information gain</a:t>
            </a:r>
          </a:p>
          <a:p>
            <a:r>
              <a:rPr sz="1600"/>
              <a:t>Exercise 2:  Train the tree and read the rules with plot_tree()</a:t>
            </a:r>
          </a:p>
          <a:p>
            <a:r>
              <a:rPr sz="1600"/>
              <a:t>Exercise 3:  Feature importance - which network features matter</a:t>
            </a:r>
          </a:p>
          <a:p>
            <a:r>
              <a:rPr sz="1600"/>
              <a:t>Exercise 4:  Depth sweep - find the sweet spot, see overfitting live</a:t>
            </a:r>
          </a:p>
          <a:p>
            <a:r>
              <a:rPr sz="1600"/>
              <a:t/>
            </a:r>
          </a:p>
          <a:p>
            <a:r>
              <a:rPr sz="1600"/>
              <a:t>Each exercise: lecture.md (concept) + handson.md (build it yourself)</a:t>
            </a:r>
          </a:p>
          <a:p>
            <a:r>
              <a:rPr sz="1600"/>
              <a:t>Solution files provided to check your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/>
              <a:t>Decision trees learn if/else rules from data - like a flowchart</a:t>
            </a:r>
          </a:p>
          <a:p>
            <a:r>
              <a:rPr sz="1500"/>
              <a:t>Gini impurity measures split quality: lower = purer = better</a:t>
            </a:r>
          </a:p>
          <a:p>
            <a:r>
              <a:rPr sz="1500"/>
              <a:t>Feature importance reveals which inputs the tree relies on most</a:t>
            </a:r>
          </a:p>
          <a:p>
            <a:r>
              <a:rPr sz="1500"/>
              <a:t>Trees handle non-linear patterns without feature scaling</a:t>
            </a:r>
          </a:p>
          <a:p>
            <a:r>
              <a:rPr sz="1500"/>
              <a:t>max_depth controls overfitting - find the sweet spot (usually 4-8)</a:t>
            </a:r>
          </a:p>
          <a:p>
            <a:r>
              <a:rPr sz="1500"/>
              <a:t>Next: Model Evaluation - why accuracy alone is dangerous in security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</a:t>
            </a:r>
          </a:p>
          <a:p>
            <a:r>
              <a:t>Takeaways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Next:  Lesson 1.5 - Model Evaluation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Decision Trees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