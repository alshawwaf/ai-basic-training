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2.4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Cross-Validation &amp; Overfitting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Does Your Model Actually Generalise?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Overfitting - when the model memorises instead of learns</a:t>
            </a:r>
          </a:p>
          <a:p>
            <a:r>
              <a:rPr sz="1600">
                <a:latin typeface="Calibri"/>
              </a:rPr>
              <a:t>The bias-variance tradeoff</a:t>
            </a:r>
          </a:p>
          <a:p>
            <a:r>
              <a:rPr sz="1600">
                <a:latin typeface="Calibri"/>
              </a:rPr>
              <a:t>K-fold cross-validation - reliable performance estimates</a:t>
            </a:r>
          </a:p>
          <a:p>
            <a:r>
              <a:rPr sz="1600">
                <a:latin typeface="Calibri"/>
              </a:rPr>
              <a:t>Regularisation techniques for every model type</a:t>
            </a:r>
          </a:p>
          <a:p>
            <a:r>
              <a:rPr sz="1600">
                <a:latin typeface="Calibri"/>
              </a:rPr>
              <a:t>Finding the sweet spot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is</a:t>
            </a:r>
          </a:p>
          <a:p>
            <a:r>
              <a:rPr b="1">
                <a:latin typeface="Calibri"/>
              </a:rPr>
              <a:t>Overfitting?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Train vs Validation: The Gap Is the Problem</a:t>
            </a:r>
          </a:p>
        </p:txBody>
      </p:sp>
      <p:pic>
        <p:nvPicPr>
          <p:cNvPr id="3" name="Picture 2" descr="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Overfitting vs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Overfitting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Train accuracy: 99.8%</a:t>
            </a:r>
          </a:p>
          <a:p>
            <a:r>
              <a:rPr sz="1400">
                <a:latin typeface="Calibri"/>
              </a:rPr>
              <a:t>Test accuracy: 71.2%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Large gap</a:t>
            </a:r>
          </a:p>
          <a:p>
            <a:r>
              <a:rPr sz="1400">
                <a:latin typeface="Calibri"/>
              </a:rPr>
              <a:t>Model memorised noise</a:t>
            </a:r>
          </a:p>
          <a:p>
            <a:r>
              <a:rPr sz="1400">
                <a:latin typeface="Calibri"/>
              </a:rPr>
              <a:t>Too complex for the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Underfitting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Train accuracy: 65%</a:t>
            </a:r>
          </a:p>
          <a:p>
            <a:r>
              <a:rPr sz="1400">
                <a:latin typeface="Calibri"/>
              </a:rPr>
              <a:t>Test accuracy: 64%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Small gap - but both poor</a:t>
            </a:r>
          </a:p>
          <a:p>
            <a:r>
              <a:rPr sz="1400">
                <a:latin typeface="Calibri"/>
              </a:rPr>
              <a:t>Model hasn't learned enough</a:t>
            </a:r>
          </a:p>
          <a:p>
            <a:r>
              <a:rPr sz="1400">
                <a:latin typeface="Calibri"/>
              </a:rPr>
              <a:t>Too simple for the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Bias-Variance</a:t>
            </a:r>
          </a:p>
          <a:p>
            <a:r>
              <a:rPr b="1">
                <a:latin typeface="Calibri"/>
              </a:rPr>
              <a:t>Tradeoff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Three Regimes: Underfit, Sweet Spot, Overfit</a:t>
            </a:r>
          </a:p>
        </p:txBody>
      </p:sp>
      <p:pic>
        <p:nvPicPr>
          <p:cNvPr id="3" name="Picture 2" descr="bias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428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A model that scores 99%</a:t>
            </a:r>
          </a:p>
          <a:p>
            <a:r>
              <a:rPr sz="1400">
                <a:latin typeface="Calibri"/>
              </a:rPr>
              <a:t>on training data but 70%</a:t>
            </a:r>
          </a:p>
          <a:p>
            <a:r>
              <a:rPr sz="1400">
                <a:latin typeface="Calibri"/>
              </a:rPr>
              <a:t>on new data is useless.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It memorised rather</a:t>
            </a:r>
          </a:p>
          <a:p>
            <a:r>
              <a:rPr sz="1400">
                <a:latin typeface="Calibri"/>
              </a:rPr>
              <a:t>than learned.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Most Important Concept Before Neural Networks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High bias = model too simple</a:t>
            </a:r>
          </a:p>
          <a:p>
            <a:r>
              <a:rPr sz="1400">
                <a:latin typeface="Calibri"/>
              </a:rPr>
              <a:t>  Misses real patterns in the data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High variance = model too complex</a:t>
            </a:r>
          </a:p>
          <a:p>
            <a:r>
              <a:rPr sz="1400">
                <a:latin typeface="Calibri"/>
              </a:rPr>
              <a:t>  Fits noise that doesn't generalise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Goal: lowest test error</a:t>
            </a:r>
          </a:p>
          <a:p>
            <a:r>
              <a:rPr sz="1400">
                <a:latin typeface="Calibri"/>
              </a:rPr>
              <a:t>  Not lowest training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K-Fold</a:t>
            </a:r>
          </a:p>
          <a:p>
            <a:r>
              <a:rPr b="1">
                <a:latin typeface="Calibri"/>
              </a:rPr>
              <a:t>Cross-Validation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Rotate the Evaluation Fold for a Reliable Estimate</a:t>
            </a:r>
          </a:p>
        </p:txBody>
      </p:sp>
      <p:pic>
        <p:nvPicPr>
          <p:cNvPr id="3" name="Picture 2" descr="k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235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Code -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from sklearn.model_selection import cross_val_score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scores = cross_val_score(model, X, y, cv=5, scoring='roc_auc')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print(f'AUC: {scores.mean():.4f} +/- {scores.std():.4f}')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Low std = stable across splits = trustworthy</a:t>
            </a:r>
          </a:p>
          <a:p>
            <a:r>
              <a:rPr sz="1500">
                <a:latin typeface="Calibri"/>
              </a:rPr>
              <a:t>High std = model is sensitive to which data it sees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5 or 10 folds is standard</a:t>
            </a:r>
          </a:p>
          <a:p>
            <a:r>
              <a:rPr sz="1500">
                <a:latin typeface="Calibri"/>
              </a:rPr>
              <a:t>  5 = faster, 10 = slightly more reliable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Regularisation</a:t>
            </a:r>
          </a:p>
          <a:p>
            <a:r>
              <a:rPr b="1">
                <a:latin typeface="Calibri"/>
              </a:rPr>
              <a:t>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Regularisation: One Technique Per Model Family</a:t>
            </a:r>
          </a:p>
        </p:txBody>
      </p:sp>
      <p:pic>
        <p:nvPicPr>
          <p:cNvPr id="3" name="Picture 2" descr="regula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37434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Overfitting demo - watch train vs val accuracy diverge</a:t>
            </a:r>
          </a:p>
          <a:p>
            <a:r>
              <a:rPr sz="1600">
                <a:latin typeface="Calibri"/>
              </a:rPr>
              <a:t>Exercise 2:  Bias-variance - visualise underfit, good fit, overfit models</a:t>
            </a:r>
          </a:p>
          <a:p>
            <a:r>
              <a:rPr sz="1600">
                <a:latin typeface="Calibri"/>
              </a:rPr>
              <a:t>Exercise 3:  K-fold cross-validation - compare to single train/test split</a:t>
            </a:r>
          </a:p>
          <a:p>
            <a:r>
              <a:rPr sz="1600">
                <a:latin typeface="Calibri"/>
              </a:rPr>
              <a:t>Exercise 4:  Validation curve - automatic parameter sweep to find sweet spot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Overfitting = large gap between train and test performance</a:t>
            </a:r>
          </a:p>
          <a:p>
            <a:r>
              <a:rPr sz="1500">
                <a:latin typeface="Calibri"/>
              </a:rPr>
              <a:t>The bias-variance tradeoff: find the complexity sweet spot</a:t>
            </a:r>
          </a:p>
          <a:p>
            <a:r>
              <a:rPr sz="1500">
                <a:latin typeface="Calibri"/>
              </a:rPr>
              <a:t>Cross-validation gives reliable estimates - better than a single split</a:t>
            </a:r>
          </a:p>
          <a:p>
            <a:r>
              <a:rPr sz="1500">
                <a:latin typeface="Calibri"/>
              </a:rPr>
              <a:t>Low std across folds = trustworthy model</a:t>
            </a:r>
          </a:p>
          <a:p>
            <a:r>
              <a:rPr sz="1500">
                <a:latin typeface="Calibri"/>
              </a:rPr>
              <a:t>Every model family has regularisation tools to control overfitting</a:t>
            </a:r>
          </a:p>
          <a:p>
            <a:r>
              <a:rPr sz="1500">
                <a:latin typeface="Calibri"/>
              </a:rPr>
              <a:t>Next: Stage 3 - Neural Networks (where overfitting gets serious)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Stage 3 - Neural Networks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Cross-Validation &amp; Overfitting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