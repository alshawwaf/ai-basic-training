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1.5 —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Model Evaluation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For Security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Why accuracy is misleading in security</a:t>
            </a:r>
          </a:p>
          <a:p>
            <a:pPr/>
            <a:r>
              <a:t>The four outcomes: TP, FP, TN, FN</a:t>
            </a:r>
          </a:p>
          <a:p>
            <a:pPr/>
            <a:r>
              <a:t>Precision, recall, and F1 score</a:t>
            </a:r>
          </a:p>
          <a:p>
            <a:pPr/>
            <a:r>
              <a:t>ROC curve and AUC</a:t>
            </a:r>
          </a:p>
          <a:p>
            <a:pPr/>
            <a:r>
              <a:t>The precision-recall tradeoff</a:t>
            </a:r>
          </a:p>
          <a:p>
            <a:pPr/>
            <a:r>
              <a:t>Threshold tuning for operational priorities</a:t>
            </a:r>
          </a:p>
          <a:p>
            <a:pPr/>
            <a:r>
              <a:t>Workshop: 5 hands-on exercises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Accuracy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Accuracy Is Misleading in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Imagine: 10,000 connections per hour, 100 are attacks (1%)</a:t>
            </a:r>
          </a:p>
          <a:p>
            <a:pPr/>
            <a:r>
              <a:t>A model that always predicts 'benign':</a:t>
            </a:r>
          </a:p>
          <a:p>
            <a:pPr lvl="1"/>
            <a:r>
              <a:t>Accuracy = 99%</a:t>
            </a:r>
          </a:p>
          <a:p>
            <a:pPr lvl="1"/>
            <a:r>
              <a:t>Attacks caught = 0</a:t>
            </a:r>
          </a:p>
          <a:p>
            <a:pPr/>
            <a:r>
              <a:t>This is the class imbalance problem</a:t>
            </a:r>
          </a:p>
          <a:p>
            <a:pPr/>
            <a:r>
              <a:t>It is everywhere in security:</a:t>
            </a:r>
          </a:p>
          <a:p>
            <a:pPr lvl="1"/>
            <a:r>
              <a:t>Malware vs benign files, phishing vs legitimate URLs</a:t>
            </a:r>
          </a:p>
          <a:p>
            <a:pPr lvl="1"/>
            <a:r>
              <a:t>Network attacks vs normal traffic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Four Outcomes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Four Outcomes of Every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True Positive (TP) — correctly identified an attack</a:t>
            </a:r>
          </a:p>
          <a:p>
            <a:pPr/>
            <a:r>
              <a:t>True Negative (TN) — correctly identified benign traffic</a:t>
            </a:r>
          </a:p>
          <a:p>
            <a:pPr/>
            <a:r>
              <a:t>False Positive (FP) — false alarm (benign flagged as attack)</a:t>
            </a:r>
          </a:p>
          <a:p>
            <a:pPr/>
            <a:r>
              <a:t>False Negative (FN) — missed attack (attack classified as benign)</a:t>
            </a:r>
          </a:p>
          <a:p>
            <a:pPr/>
            <a:r>
              <a:t>The confusion matrix shows all four in a grid:</a:t>
            </a:r>
          </a:p>
          <a:p>
            <a:pPr lvl="1"/>
            <a:r>
              <a:t>Diagonal = correct predictions (want these high)</a:t>
            </a:r>
          </a:p>
          <a:p>
            <a:pPr lvl="1"/>
            <a:r>
              <a:t>Off-diagonal = errors (want these low)</a:t>
            </a:r>
          </a:p>
          <a:p>
            <a:pPr/>
            <a:r>
              <a:t>In security: FN (missed attacks) is usually the most dangerous error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Precision, Recall,</a:t>
            </a:r>
          </a:p>
          <a:p>
            <a:r>
              <a:t>and F1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"Of all the alerts my model fires, how many are real attacks?"</a:t>
            </a:r>
          </a:p>
          <a:p>
            <a:pPr/>
            <a:r>
              <a:t>Precision = TP / (TP + FP)</a:t>
            </a:r>
          </a:p>
          <a:p>
            <a:pPr/>
            <a:r>
              <a:t>Low precision → analyst fatigue from false alarms</a:t>
            </a:r>
          </a:p>
          <a:p>
            <a:pPr/>
            <a:r>
              <a:t>High precision → every alert is worth investigating</a:t>
            </a:r>
          </a:p>
          <a:p>
            <a:pPr/>
            <a:r>
              <a:t>When precision matters most:</a:t>
            </a:r>
          </a:p>
          <a:p>
            <a:pPr lvl="1"/>
            <a:r>
              <a:t>Automated blocking rules — you cannot afford to block legitimate traffic</a:t>
            </a:r>
          </a:p>
          <a:p>
            <a:pPr lvl="1"/>
            <a:r>
              <a:t>High-cost response actions (e.g. isolating a production server)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Recall (Sensitivity)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"Of all real attacks, how many did my model catch?"</a:t>
            </a:r>
          </a:p>
          <a:p>
            <a:pPr/>
            <a:r>
              <a:t>Recall = TP / (TP + FN)</a:t>
            </a:r>
          </a:p>
          <a:p>
            <a:pPr/>
            <a:r>
              <a:t>Low recall → attacks slipping through undetected</a:t>
            </a:r>
          </a:p>
          <a:p>
            <a:pPr/>
            <a:r>
              <a:t>High recall → catching nearly every threat</a:t>
            </a:r>
          </a:p>
          <a:p>
            <a:pPr/>
            <a:r>
              <a:t>When recall matters most:</a:t>
            </a:r>
          </a:p>
          <a:p>
            <a:pPr lvl="1"/>
            <a:r>
              <a:t>Critical infrastructure monitoring — cannot miss an attack</a:t>
            </a:r>
          </a:p>
          <a:p>
            <a:pPr lvl="1"/>
            <a:r>
              <a:t>Compliance requirements — must detect certain threat types</a:t>
            </a:r>
          </a:p>
          <a:p>
            <a:pPr/>
            <a:r>
              <a:t>In security, recall is often the more critical metric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F1 Score — Balancing Both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F1 = 2 × (Precision × Recall) / (Precision + Recall)</a:t>
            </a:r>
          </a:p>
          <a:p>
            <a:pPr/>
            <a:r>
              <a:t>The harmonic mean of precision and recall</a:t>
            </a:r>
          </a:p>
          <a:p>
            <a:pPr/>
            <a:r>
              <a:t>A single number that balances both metrics</a:t>
            </a:r>
          </a:p>
          <a:p>
            <a:pPr lvl="1"/>
            <a:r>
              <a:t>F1 = 1.0 → perfect precision and recall</a:t>
            </a:r>
          </a:p>
          <a:p>
            <a:pPr lvl="1"/>
            <a:r>
              <a:t>F1 = 0.0 → complete failure on at least one metric</a:t>
            </a:r>
          </a:p>
          <a:p>
            <a:pPr/>
            <a:r>
              <a:t>Use F1 when you need a single metric to compare models</a:t>
            </a:r>
          </a:p>
          <a:p>
            <a:pPr/>
            <a:r>
              <a:t>Especially useful when classes are imbalanced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ROC Curve</a:t>
            </a:r>
          </a:p>
          <a:p>
            <a:r>
              <a:t>and AUC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and AUC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ROC: plots True Positive Rate vs False Positive Rate across all thresholds</a:t>
            </a:r>
          </a:p>
          <a:p>
            <a:pPr/>
            <a:r>
              <a:t>AUC (Area Under the Curve) summarises this in one number</a:t>
            </a:r>
          </a:p>
          <a:p>
            <a:pPr lvl="1"/>
            <a:r>
              <a:t>AUC = 1.0 → perfect separation between classes</a:t>
            </a:r>
          </a:p>
          <a:p>
            <a:pPr lvl="1"/>
            <a:r>
              <a:t>AUC = 0.5 → no better than a coin flip</a:t>
            </a:r>
          </a:p>
          <a:p>
            <a:pPr/>
            <a:r>
              <a:t>A good security model: AUC &gt; 0.85</a:t>
            </a:r>
          </a:p>
          <a:p>
            <a:pPr/>
            <a:r>
              <a:t>The ROC curve shows model quality independent of threshold choice</a:t>
            </a:r>
          </a:p>
          <a:p>
            <a:pPr/>
            <a:r>
              <a:t>Useful for comparing different models on the same dataset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Threshold 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Precision-Recall Tradeoff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Lowering the decision threshold:</a:t>
            </a:r>
          </a:p>
          <a:p>
            <a:pPr lvl="1"/>
            <a:r>
              <a:t>Catches more attacks → higher recall</a:t>
            </a:r>
          </a:p>
          <a:p>
            <a:pPr lvl="1"/>
            <a:r>
              <a:t>Generates more false alarms → lower precision</a:t>
            </a:r>
          </a:p>
          <a:p>
            <a:pPr/>
            <a:r>
              <a:t>Raising the decision threshold:</a:t>
            </a:r>
          </a:p>
          <a:p>
            <a:pPr lvl="1"/>
            <a:r>
              <a:t>Fewer false alarms → higher precision</a:t>
            </a:r>
          </a:p>
          <a:p>
            <a:pPr lvl="1"/>
            <a:r>
              <a:t>Misses more subtle attacks → lower recall</a:t>
            </a:r>
          </a:p>
          <a:p>
            <a:pPr/>
            <a:r>
              <a:t>You cannot maximise both — there is always a tradeoff</a:t>
            </a:r>
          </a:p>
          <a:p>
            <a:pPr/>
            <a:r>
              <a:t>The right balance depends on your organisation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the Right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SOC with large analyst team:</a:t>
            </a:r>
          </a:p>
          <a:p>
            <a:pPr lvl="1"/>
            <a:r>
              <a:t>Can handle more false alarms → lower threshold, higher recall</a:t>
            </a:r>
          </a:p>
          <a:p>
            <a:pPr lvl="1"/>
            <a:r>
              <a:t>Priority: don't miss any attacks</a:t>
            </a:r>
          </a:p>
          <a:p>
            <a:pPr/>
            <a:r>
              <a:t>Automated blocking rule:</a:t>
            </a:r>
          </a:p>
          <a:p>
            <a:pPr lvl="1"/>
            <a:r>
              <a:t>Must be high confidence → higher threshold, higher precision</a:t>
            </a:r>
          </a:p>
          <a:p>
            <a:pPr lvl="1"/>
            <a:r>
              <a:t>Priority: don't block legitimate traffic</a:t>
            </a:r>
          </a:p>
          <a:p>
            <a:pPr/>
            <a:r>
              <a:t>There is no universal 'correct' threshold</a:t>
            </a:r>
          </a:p>
          <a:p>
            <a:pPr/>
            <a:r>
              <a:t>It is a business decision informed by the metrics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— 5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Exercise 1: The accuracy trap — DummyClassifier, 95% accuracy catches 0 attacks</a:t>
            </a:r>
          </a:p>
          <a:p>
            <a:pPr/>
            <a:r>
              <a:t>Exercise 2: Confusion matrix — TP/TN/FP/FN, compute manually and with sklearn</a:t>
            </a:r>
          </a:p>
          <a:p>
            <a:pPr/>
            <a:r>
              <a:t>Exercise 3: Precision, recall, F1 — classification_report, security tradeoffs</a:t>
            </a:r>
          </a:p>
          <a:p>
            <a:pPr/>
            <a:r>
              <a:t>Exercise 4: ROC and AUC — ROC curve, compare three models</a:t>
            </a:r>
          </a:p>
          <a:p>
            <a:pPr/>
            <a:r>
              <a:t>Exercise 5: Threshold tuning — sensitivity analysis, pick for your use case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Accuracy is misleading on imbalanced security data — a 99% model can catch 0 attacks</a:t>
            </a:r>
          </a:p>
          <a:p>
            <a:pPr/>
            <a:r>
              <a:t>Precision: 'how many alerts are real?' — Recall: 'how many attacks did we catch?'</a:t>
            </a:r>
          </a:p>
          <a:p>
            <a:pPr/>
            <a:r>
              <a:t>F1 balances both; ROC AUC measures overall class separation</a:t>
            </a:r>
          </a:p>
          <a:p>
            <a:pPr/>
            <a:r>
              <a:t>The confusion matrix shows exactly where errors happen</a:t>
            </a:r>
          </a:p>
          <a:p>
            <a:pPr/>
            <a:r>
              <a:t>Threshold tuning is a business decision, not a technical one</a:t>
            </a:r>
          </a:p>
          <a:p>
            <a:pPr/>
            <a:r>
              <a:t>Next: Stage 1 Project — Phishing URL Classifier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 → Stage 1 Project: Phishing URL Classifier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Model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