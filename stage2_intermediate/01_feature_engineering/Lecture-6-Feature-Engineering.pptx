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2.1  |  Stage 2: Intermediate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Turning Raw Security Logs into ML-Ready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Why raw logs fail - sklearn needs numbers</a:t>
            </a:r>
          </a:p>
          <a:p>
            <a:r>
              <a:rPr sz="1600"/>
              <a:t>Five types of features to extract from security data</a:t>
            </a:r>
          </a:p>
          <a:p>
            <a:r>
              <a:rPr sz="1600"/>
              <a:t>The feature engineering pipeline</a:t>
            </a:r>
          </a:p>
          <a:p>
            <a:r>
              <a:rPr sz="1600"/>
              <a:t>Feature selection - removing noise and redundancy</a:t>
            </a:r>
          </a:p>
          <a:p>
            <a:r>
              <a:rPr sz="1600"/>
              <a:t>Impact on model performance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Why Raw</a:t>
            </a:r>
          </a:p>
          <a:p>
            <a:r>
              <a:t>Logs Fail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vs Engineered Features</a:t>
            </a:r>
          </a:p>
        </p:txBody>
      </p:sp>
      <p:pic>
        <p:nvPicPr>
          <p:cNvPr id="3" name="Picture 2" descr="raw_vs_f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30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Feature engineering is often</a:t>
            </a:r>
          </a:p>
          <a:p>
            <a:r>
              <a:rPr sz="1400"/>
              <a:t>where the most value comes</a:t>
            </a:r>
          </a:p>
          <a:p>
            <a:r>
              <a:rPr sz="1400"/>
              <a:t>from in a real ML project.</a:t>
            </a:r>
          </a:p>
          <a:p>
            <a:r>
              <a:rPr sz="1400"/>
              <a:t/>
            </a:r>
          </a:p>
          <a:p>
            <a:r>
              <a:rPr sz="1400"/>
              <a:t>80% of the work, 80% of</a:t>
            </a:r>
          </a:p>
          <a:p>
            <a:r>
              <a:rPr sz="1400"/>
              <a:t>the impact.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sklearn accepts only numerical matrices</a:t>
            </a:r>
          </a:p>
          <a:p>
            <a:r>
              <a:rPr sz="1400"/>
              <a:t>  No strings, no timestamps, no IPs</a:t>
            </a:r>
          </a:p>
          <a:p>
            <a:r>
              <a:rPr sz="1400"/>
              <a:t/>
            </a:r>
          </a:p>
          <a:p>
            <a:r>
              <a:rPr sz="1400"/>
              <a:t>Raw log line has all the signal</a:t>
            </a:r>
          </a:p>
          <a:p>
            <a:r>
              <a:rPr sz="1400"/>
              <a:t>  but in the wrong format</a:t>
            </a:r>
          </a:p>
          <a:p>
            <a:r>
              <a:rPr sz="1400"/>
              <a:t/>
            </a:r>
          </a:p>
          <a:p>
            <a:r>
              <a:rPr sz="1400"/>
              <a:t>Feature engineering is the bridge</a:t>
            </a:r>
          </a:p>
          <a:p>
            <a:r>
              <a:rPr sz="1400"/>
              <a:t>  from raw data to model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Five Types of</a:t>
            </a:r>
          </a:p>
          <a:p>
            <a:r>
              <a:t>Security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Types for Security Log Data</a:t>
            </a:r>
          </a:p>
        </p:txBody>
      </p:sp>
      <p:pic>
        <p:nvPicPr>
          <p:cNvPr id="3" name="Picture 2" descr="fea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4727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Time-based:</a:t>
            </a:r>
          </a:p>
          <a:p>
            <a:r>
              <a:rPr sz="1400"/>
              <a:t>  df['hour'] = df['ts'].dt.hour</a:t>
            </a:r>
          </a:p>
          <a:p>
            <a:r>
              <a:rPr sz="1400"/>
              <a:t>  df['after_hrs'] = hour &lt; 6 | hour &gt; 22</a:t>
            </a:r>
          </a:p>
          <a:p>
            <a:r>
              <a:rPr sz="1400"/>
              <a:t/>
            </a:r>
          </a:p>
          <a:p>
            <a:r>
              <a:rPr sz="1400"/>
              <a:t>Aggregation:</a:t>
            </a:r>
          </a:p>
          <a:p>
            <a:r>
              <a:rPr sz="1400"/>
              <a:t>  df.groupby('src_ip')['dest_ip']</a:t>
            </a:r>
          </a:p>
          <a:p>
            <a:r>
              <a:rPr sz="1400"/>
              <a:t>  .transform('nunique')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Ratio:</a:t>
            </a:r>
          </a:p>
          <a:p>
            <a:r>
              <a:rPr sz="1400"/>
              <a:t>  df['bytes/s'] = bytes / duration</a:t>
            </a:r>
          </a:p>
          <a:p>
            <a:r>
              <a:rPr sz="1400"/>
              <a:t>  df['upload_ratio'] = up / total</a:t>
            </a:r>
          </a:p>
          <a:p>
            <a:r>
              <a:rPr sz="1400"/>
              <a:t/>
            </a:r>
          </a:p>
          <a:p>
            <a:r>
              <a:rPr sz="1400"/>
              <a:t>Categorical:</a:t>
            </a:r>
          </a:p>
          <a:p>
            <a:r>
              <a:rPr sz="1400"/>
              <a:t>  pd.get_dummies(df['protocol'])</a:t>
            </a:r>
          </a:p>
          <a:p>
            <a:r>
              <a:rPr sz="1400"/>
              <a:t>  or LabelEncoder()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Feature</a:t>
            </a:r>
          </a:p>
          <a:p>
            <a:r>
              <a:t>Engineering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Steps from Raw Logs to Model Input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11795760" cy="30448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- Why and 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Many algorithms are sensitive to feature scale:</a:t>
            </a:r>
          </a:p>
          <a:p>
            <a:r>
              <a:rPr sz="1500"/>
              <a:t>  bytes_sent ranges 0 - 1,000,000</a:t>
            </a:r>
          </a:p>
          <a:p>
            <a:r>
              <a:rPr sz="1500"/>
              <a:t>  duration ranges 0 - 300</a:t>
            </a:r>
          </a:p>
          <a:p>
            <a:r>
              <a:rPr sz="1500"/>
              <a:t/>
            </a:r>
          </a:p>
          <a:p>
            <a:r>
              <a:rPr sz="1500"/>
              <a:t>StandardScaler: mean=0, std=1 (most common)</a:t>
            </a:r>
          </a:p>
          <a:p>
            <a:r>
              <a:rPr sz="1500"/>
              <a:t>MinMaxScaler: range [0, 1]</a:t>
            </a:r>
          </a:p>
          <a:p>
            <a:r>
              <a:rPr sz="1500"/>
              <a:t/>
            </a:r>
          </a:p>
          <a:p>
            <a:r>
              <a:rPr sz="1500"/>
              <a:t>Critical rule: fit on training data only</a:t>
            </a:r>
          </a:p>
          <a:p>
            <a:r>
              <a:rPr sz="1500"/>
              <a:t>  scaler.fit_transform(X_train)</a:t>
            </a:r>
          </a:p>
          <a:p>
            <a:r>
              <a:rPr sz="1500"/>
              <a:t>  scaler.transform(X_test)   # never fit on test!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Feature Selection</a:t>
            </a:r>
          </a:p>
          <a:p>
            <a:r>
              <a:t>and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Matrix - Find Redundant Features</a:t>
            </a:r>
          </a:p>
        </p:txBody>
      </p:sp>
      <p:pic>
        <p:nvPicPr>
          <p:cNvPr id="3" name="Picture 2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097280"/>
            <a:ext cx="7955279" cy="6789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Random feature addition</a:t>
            </a:r>
          </a:p>
          <a:p>
            <a:r>
              <a:rPr sz="1400"/>
              <a:t>hurts performance.</a:t>
            </a:r>
          </a:p>
          <a:p>
            <a:r>
              <a:rPr sz="1400"/>
              <a:t/>
            </a:r>
          </a:p>
          <a:p>
            <a:r>
              <a:rPr sz="1400"/>
              <a:t>More features is not</a:t>
            </a:r>
          </a:p>
          <a:p>
            <a:r>
              <a:rPr sz="1400"/>
              <a:t>always better -</a:t>
            </a:r>
          </a:p>
          <a:p>
            <a:r>
              <a:rPr sz="1400"/>
              <a:t>this is the curse</a:t>
            </a:r>
          </a:p>
          <a:p>
            <a:r>
              <a:rPr sz="1400"/>
              <a:t>of dimensionality.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Golden Rule of Feature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Every feature is a hypothesis:</a:t>
            </a:r>
          </a:p>
          <a:p>
            <a:r>
              <a:rPr sz="1400"/>
              <a:t>  'This signal distinguishes attack</a:t>
            </a:r>
          </a:p>
          <a:p>
            <a:r>
              <a:rPr sz="1400"/>
              <a:t>   from normal traffic'</a:t>
            </a:r>
          </a:p>
          <a:p>
            <a:r>
              <a:rPr sz="1400"/>
              <a:t/>
            </a:r>
          </a:p>
          <a:p>
            <a:r>
              <a:rPr sz="1400"/>
              <a:t>Remove features that:</a:t>
            </a:r>
          </a:p>
          <a:p>
            <a:r>
              <a:rPr sz="1400"/>
              <a:t>  Are highly correlated (redundant)</a:t>
            </a:r>
          </a:p>
          <a:p>
            <a:r>
              <a:rPr sz="1400"/>
              <a:t>  Have near-zero variance</a:t>
            </a:r>
          </a:p>
          <a:p>
            <a:r>
              <a:rPr sz="1400"/>
              <a:t>  Don't correlate with the label</a:t>
            </a:r>
          </a:p>
          <a:p>
            <a:r>
              <a:rPr sz="1400"/>
              <a:t/>
            </a:r>
          </a:p>
          <a:p>
            <a:r>
              <a:rPr sz="1400"/>
              <a:t>Use tree-based feature importance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Impact and</a:t>
            </a:r>
          </a:p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Drives Model Performance</a:t>
            </a:r>
          </a:p>
        </p:txBody>
      </p:sp>
      <p:pic>
        <p:nvPicPr>
          <p:cNvPr id="3" name="Picture 2" descr="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45611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Why raw logs fail - see sklearn reject string data</a:t>
            </a:r>
          </a:p>
          <a:p>
            <a:r>
              <a:rPr sz="1600"/>
              <a:t>Exercise 2:  Numeric extraction - bytes/s, packet rate, port risk</a:t>
            </a:r>
          </a:p>
          <a:p>
            <a:r>
              <a:rPr sz="1600"/>
              <a:t>Exercise 3:  Categorical encoding - one-hot, LabelEncoder, dummy trap</a:t>
            </a:r>
          </a:p>
          <a:p>
            <a:r>
              <a:rPr sz="1600"/>
              <a:t>Exercise 4:  Scaling and validation - StandardScaler, fit on train only</a:t>
            </a:r>
          </a:p>
          <a:p>
            <a:r>
              <a:rPr sz="1600"/>
              <a:t/>
            </a:r>
          </a:p>
          <a:p>
            <a:r>
              <a:rPr sz="1600"/>
              <a:t>Each exercise: lecture.md (concept) + handson.md (build it yourself)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Raw logs are unusable - sklearn needs a numerical matrix</a:t>
            </a:r>
          </a:p>
          <a:p>
            <a:r>
              <a:rPr sz="1500"/>
              <a:t>Five feature types: time, aggregation, ratio, categorical, statistical</a:t>
            </a:r>
          </a:p>
          <a:p>
            <a:r>
              <a:rPr sz="1500"/>
              <a:t>Every feature is a hypothesis about what makes attacks different</a:t>
            </a:r>
          </a:p>
          <a:p>
            <a:r>
              <a:rPr sz="1500"/>
              <a:t>Always scale features - fit on training data only</a:t>
            </a:r>
          </a:p>
          <a:p>
            <a:r>
              <a:rPr sz="1500"/>
              <a:t>Remove redundant features (correlation, variance, importance)</a:t>
            </a:r>
          </a:p>
          <a:p>
            <a:r>
              <a:rPr sz="1500"/>
              <a:t>Next: Random Forests - feed engineered features into a powerful ensemble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2.2 - Random Forests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