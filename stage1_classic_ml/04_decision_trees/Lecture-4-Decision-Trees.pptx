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1.4 —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Decision Trees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For Security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Learning rules from data — the flowchart model</a:t>
            </a:r>
          </a:p>
          <a:p>
            <a:pPr/>
            <a:r>
              <a:t>Real-life example: network traffic classifier</a:t>
            </a:r>
          </a:p>
          <a:p>
            <a:pPr/>
            <a:r>
              <a:t>How splits are chosen — Gini impurity</a:t>
            </a:r>
          </a:p>
          <a:p>
            <a:pPr/>
            <a:r>
              <a:t>Feature importance — which features matter?</a:t>
            </a:r>
          </a:p>
          <a:p>
            <a:pPr/>
            <a:r>
              <a:t>Overfitting and max_depth control</a:t>
            </a:r>
          </a:p>
          <a:p>
            <a:pPr/>
            <a:r>
              <a:t>Why trees matter in security</a:t>
            </a:r>
          </a:p>
          <a:p>
            <a:pPr/>
            <a:r>
              <a:t>Workshop: 4 hands-on exercises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Rules</a:t>
            </a:r>
          </a:p>
          <a:p>
            <a:r>
              <a:t>from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Trees — A Flowchart of Yes/No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decision tree works exactly like a flowchart:</a:t>
            </a:r>
          </a:p>
          <a:p>
            <a:pPr lvl="1"/>
            <a:r>
              <a:t>bytes_sent &gt; 10,000?  →  YES  →  duration &lt; 0.1s?  →  ATTACK (exfil)</a:t>
            </a:r>
          </a:p>
          <a:p>
            <a:pPr lvl="1"/>
            <a:r>
              <a:t>unique_dest_ports &gt; 20?  →  YES  →  ATTACK (port scan)</a:t>
            </a:r>
          </a:p>
          <a:p>
            <a:pPr/>
            <a:r>
              <a:t>The model learns which questions to ask and at what thresholds</a:t>
            </a:r>
          </a:p>
          <a:p>
            <a:pPr lvl="1"/>
            <a:r>
              <a:t>It picks the splits that best separate your classes</a:t>
            </a:r>
          </a:p>
          <a:p>
            <a:pPr/>
            <a:r>
              <a:t>No hand-crafted rules — the tree discovers them from data</a:t>
            </a:r>
          </a:p>
          <a:p>
            <a:pPr/>
            <a:r>
              <a:t>You can read the tree and see exactly why each sample was classified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Network Traffic</a:t>
            </a:r>
          </a:p>
          <a:p>
            <a:r>
              <a:t>Classifier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Real-Life Example: Network Traffic Classifier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Features from a network connection log:</a:t>
            </a:r>
          </a:p>
          <a:p>
            <a:pPr lvl="1"/>
            <a:r>
              <a:t>duration — how long the connection lasted (seconds)</a:t>
            </a:r>
          </a:p>
          <a:p>
            <a:pPr lvl="1"/>
            <a:r>
              <a:t>bytes_sent — total bytes transferred</a:t>
            </a:r>
          </a:p>
          <a:p>
            <a:pPr lvl="1"/>
            <a:r>
              <a:t>packets_sent — number of packets</a:t>
            </a:r>
          </a:p>
          <a:p>
            <a:pPr lvl="1"/>
            <a:r>
              <a:t>unique_dest_ports — how many different ports were contacted</a:t>
            </a:r>
          </a:p>
          <a:p>
            <a:pPr lvl="1"/>
            <a:r>
              <a:t>connection_rate — connections per minute from this IP</a:t>
            </a:r>
          </a:p>
          <a:p>
            <a:pPr/>
            <a:r>
              <a:t>Attack signatures:</a:t>
            </a:r>
          </a:p>
          <a:p>
            <a:pPr lvl="1"/>
            <a:r>
              <a:t>Port scan: many connections, short duration, many unique ports</a:t>
            </a:r>
          </a:p>
          <a:p>
            <a:pPr lvl="1"/>
            <a:r>
              <a:t>Data exfil: long connection, large bytes_sent, few unique 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Splits</a:t>
            </a:r>
          </a:p>
          <a:p>
            <a:r>
              <a:t>Are Chosen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Tree Chooses Splits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At each node, the tree tries every possible split on every feature</a:t>
            </a:r>
          </a:p>
          <a:p>
            <a:pPr/>
            <a:r>
              <a:t>It picks the split that best separates the classes</a:t>
            </a:r>
          </a:p>
          <a:p>
            <a:pPr/>
            <a:r>
              <a:t>Measured by Gini impurity (or entropy):</a:t>
            </a:r>
          </a:p>
          <a:p>
            <a:pPr lvl="1"/>
            <a:r>
              <a:t>Gini = 0.0 → perfectly pure node (all one class)</a:t>
            </a:r>
          </a:p>
          <a:p>
            <a:pPr lvl="1"/>
            <a:r>
              <a:t>Gini = 0.5 → worst case (50/50 mix)</a:t>
            </a:r>
          </a:p>
          <a:p>
            <a:pPr/>
            <a:r>
              <a:t>The tree greedily picks the split that reduces impurity the most</a:t>
            </a:r>
          </a:p>
          <a:p>
            <a:pPr lvl="1"/>
            <a:r>
              <a:t>This is called information gain</a:t>
            </a:r>
          </a:p>
          <a:p>
            <a:pPr/>
            <a:r>
              <a:t>Result: an automatically learned set of if/else rules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Importance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model.feature_importances_ tells you which features the tree relies on</a:t>
            </a:r>
          </a:p>
          <a:p>
            <a:pPr/>
            <a:r>
              <a:t>Higher importance = feature was used in more splits with higher impact</a:t>
            </a:r>
          </a:p>
          <a:p>
            <a:pPr/>
            <a:r>
              <a:t>Example output:</a:t>
            </a:r>
          </a:p>
          <a:p>
            <a:pPr lvl="1"/>
            <a:r>
              <a:t>bytes_sent:         0.42</a:t>
            </a:r>
          </a:p>
          <a:p>
            <a:pPr lvl="1"/>
            <a:r>
              <a:t>unique_dest_ports:  0.31</a:t>
            </a:r>
          </a:p>
          <a:p>
            <a:pPr lvl="1"/>
            <a:r>
              <a:t>duration:           0.18</a:t>
            </a:r>
          </a:p>
          <a:p>
            <a:pPr lvl="1"/>
            <a:r>
              <a:t>connection_rate:    0.09</a:t>
            </a:r>
          </a:p>
          <a:p>
            <a:pPr/>
            <a:r>
              <a:t>Great for understanding why your model works</a:t>
            </a:r>
          </a:p>
          <a:p>
            <a:pPr/>
            <a:r>
              <a:t>And for identifying which log fields to prioritise in collection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Overfitting &amp;</a:t>
            </a:r>
          </a:p>
          <a:p>
            <a:r>
              <a:t>Tree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Overfitting — The Tree's Weakness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 unconstrained tree memorises the training data perfectly</a:t>
            </a:r>
          </a:p>
          <a:p>
            <a:pPr lvl="1"/>
            <a:r>
              <a:t>It creates a rule for every edge case — perfect training accuracy</a:t>
            </a:r>
          </a:p>
          <a:p>
            <a:pPr lvl="1"/>
            <a:r>
              <a:t>But fails on new data — poor test accuracy</a:t>
            </a:r>
          </a:p>
          <a:p>
            <a:pPr/>
            <a:r>
              <a:t>Control overfitting with hyperparameters:</a:t>
            </a:r>
          </a:p>
          <a:p>
            <a:pPr lvl="1"/>
            <a:r>
              <a:t>max_depth — limits how deep the tree grows</a:t>
            </a:r>
          </a:p>
          <a:p>
            <a:pPr lvl="1"/>
            <a:r>
              <a:t>min_samples_split — minimum samples needed to create a new split</a:t>
            </a:r>
          </a:p>
          <a:p>
            <a:pPr/>
            <a:r>
              <a:t>Finding the right max_depth is the key tuning task</a:t>
            </a:r>
          </a:p>
          <a:p>
            <a:pPr/>
            <a:r>
              <a:t>Too shallow → underfitting. Too deep → overfitting.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Decision Trees Matter in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Interpretable — you can explain exactly why a connection was flagged</a:t>
            </a:r>
          </a:p>
          <a:p>
            <a:pPr/>
            <a:r>
              <a:t>2. No feature scaling needed — unlike logistic regression</a:t>
            </a:r>
          </a:p>
          <a:p>
            <a:pPr/>
            <a:r>
              <a:t>3. Handles non-linear patterns — complex threshold combinations</a:t>
            </a:r>
          </a:p>
          <a:p>
            <a:pPr/>
            <a:r>
              <a:t>4. Basis for Random Forests (Stage 2) — ensemble of many trees</a:t>
            </a:r>
          </a:p>
          <a:p>
            <a:pPr/>
            <a:r>
              <a:t>5. Can visualise the entire model:</a:t>
            </a:r>
          </a:p>
          <a:p>
            <a:pPr lvl="1"/>
            <a:r>
              <a:t>plot_tree(model, feature_names=..., class_names=..., filled=True)</a:t>
            </a:r>
          </a:p>
          <a:p>
            <a:pPr lvl="1"/>
            <a:r>
              <a:t>The result is a readable flowchart of learned rules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— 4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Exercise 1: How trees make decisions — Gini impurity, information gain</a:t>
            </a:r>
          </a:p>
          <a:p>
            <a:pPr/>
            <a:r>
              <a:t>Exercise 2: Train and read the tree — plot_tree(), interpret learned rules</a:t>
            </a:r>
          </a:p>
          <a:p>
            <a:pPr/>
            <a:r>
              <a:t>Exercise 3: Feature importance — which network features matter most</a:t>
            </a:r>
          </a:p>
          <a:p>
            <a:pPr/>
            <a:r>
              <a:t>Exercise 4: Depth and overfitting — max_depth sweep, train vs test accuracy</a:t>
            </a:r>
          </a:p>
          <a:p>
            <a:pPr/>
            <a:r>
              <a:t>Each exercise has:</a:t>
            </a:r>
          </a:p>
          <a:p>
            <a:pPr lvl="1"/>
            <a:r>
              <a:t>lecture.md — concept explanation</a:t>
            </a:r>
          </a:p>
          <a:p>
            <a:pPr lvl="1"/>
            <a:r>
              <a:t>handson.md — step-by-step lab</a:t>
            </a:r>
          </a:p>
          <a:p>
            <a:pPr lvl="1"/>
            <a:r>
              <a:t>solution_decision_trees.py — reference implementation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Decision trees learn if/else rules from data — no hand-crafting needed</a:t>
            </a:r>
          </a:p>
          <a:p>
            <a:pPr/>
            <a:r>
              <a:t>Splits are chosen by Gini impurity to maximise class separation</a:t>
            </a:r>
          </a:p>
          <a:p>
            <a:pPr/>
            <a:r>
              <a:t>feature_importances_ reveals which inputs drive the model's decisions</a:t>
            </a:r>
          </a:p>
          <a:p>
            <a:pPr/>
            <a:r>
              <a:t>max_depth controls the overfitting/underfitting tradeoff</a:t>
            </a:r>
          </a:p>
          <a:p>
            <a:pPr/>
            <a:r>
              <a:t>Trees are interpretable, need no scaling, and handle non-linear patterns</a:t>
            </a:r>
          </a:p>
          <a:p>
            <a:pPr/>
            <a:r>
              <a:t>They are the building block for Random Forests in Stage 2</a:t>
            </a:r>
          </a:p>
          <a:p>
            <a:pPr/>
            <a:r>
              <a:t>Next: Lesson 1.5 — Model Evaluation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 → Lesson 1.5: Model Evaluation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Decision Trees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