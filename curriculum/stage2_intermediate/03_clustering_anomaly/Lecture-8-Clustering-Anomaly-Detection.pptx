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2.3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Clustering &amp; Anomaly Detection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Finding Threats Without Labels  - 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Supervised vs unsupervised - what if you have no labels?</a:t>
            </a:r>
          </a:p>
          <a:p>
            <a:r>
              <a:rPr sz="1600">
                <a:latin typeface="Calibri"/>
              </a:rPr>
              <a:t>How k-Means clustering works - step by step</a:t>
            </a:r>
          </a:p>
          <a:p>
            <a:r>
              <a:rPr sz="1600">
                <a:latin typeface="Calibri"/>
              </a:rPr>
              <a:t>Choosing k with the elbow method</a:t>
            </a:r>
          </a:p>
          <a:p>
            <a:r>
              <a:rPr sz="1600">
                <a:latin typeface="Calibri"/>
              </a:rPr>
              <a:t>Anomaly detection via centroid distance</a:t>
            </a:r>
          </a:p>
          <a:p>
            <a:r>
              <a:rPr sz="1600">
                <a:latin typeface="Calibri"/>
              </a:rPr>
              <a:t>Scaling and practical considerations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Unsupervised</a:t>
            </a:r>
          </a:p>
          <a:p>
            <a:r>
              <a:rPr b="1">
                <a:latin typeface="Calibri"/>
              </a:rPr>
              <a:t>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Supervised vs Unsupervised Learning</a:t>
            </a:r>
          </a:p>
        </p:txBody>
      </p:sp>
      <p:pic>
        <p:nvPicPr>
          <p:cNvPr id="3" name="Picture 2" descr="sup_vs_un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41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I don't need to know what</a:t>
            </a:r>
          </a:p>
          <a:p>
            <a:r>
              <a:rPr sz="1400">
                <a:latin typeface="Calibri"/>
              </a:rPr>
              <a:t>an attack looks like.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I just need to know when</a:t>
            </a:r>
          </a:p>
          <a:p>
            <a:r>
              <a:rPr sz="1400">
                <a:latin typeface="Calibri"/>
              </a:rPr>
              <a:t>something looks different</a:t>
            </a:r>
          </a:p>
          <a:p>
            <a:r>
              <a:rPr sz="1400">
                <a:latin typeface="Calibri"/>
              </a:rPr>
              <a:t>from normal.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Why Unsupervised Matters for Security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You almost never have perfect labels</a:t>
            </a:r>
          </a:p>
          <a:p>
            <a:r>
              <a:rPr sz="1400">
                <a:latin typeface="Calibri"/>
              </a:rPr>
              <a:t>  No one hand-labels every firewall connection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k-Means can:</a:t>
            </a:r>
          </a:p>
          <a:p>
            <a:r>
              <a:rPr sz="1400">
                <a:latin typeface="Calibri"/>
              </a:rPr>
              <a:t>  Find behavioural clusters (users, servers, IoT)</a:t>
            </a:r>
          </a:p>
          <a:p>
            <a:r>
              <a:rPr sz="1400">
                <a:latin typeface="Calibri"/>
              </a:rPr>
              <a:t>  Flag outliers (anomalous connections)</a:t>
            </a:r>
          </a:p>
          <a:p>
            <a:r>
              <a:rPr sz="1400">
                <a:latin typeface="Calibri"/>
              </a:rPr>
              <a:t>  Baseline normal without a single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How k-Means</a:t>
            </a:r>
          </a:p>
          <a:p>
            <a:r>
              <a:rPr b="1">
                <a:latin typeface="Calibri"/>
              </a:rPr>
              <a:t>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k-Means Algorithm in Four Steps</a:t>
            </a:r>
          </a:p>
        </p:txBody>
      </p:sp>
      <p:pic>
        <p:nvPicPr>
          <p:cNvPr id="3" name="Picture 2" descr="kmeans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11887200" cy="2841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1.  Choose k (number of clusters)</a:t>
            </a:r>
          </a:p>
          <a:p>
            <a:r>
              <a:rPr sz="1500">
                <a:latin typeface="Calibri"/>
              </a:rPr>
              <a:t>2.  Place k centroids randomly</a:t>
            </a:r>
          </a:p>
          <a:p>
            <a:r>
              <a:rPr sz="1500">
                <a:latin typeface="Calibri"/>
              </a:rPr>
              <a:t>3.  Assign each point to its nearest centroid</a:t>
            </a:r>
          </a:p>
          <a:p>
            <a:r>
              <a:rPr sz="1500">
                <a:latin typeface="Calibri"/>
              </a:rPr>
              <a:t>4.  Move each centroid to the mean of its assigned points</a:t>
            </a:r>
          </a:p>
          <a:p>
            <a:r>
              <a:rPr sz="1500">
                <a:latin typeface="Calibri"/>
              </a:rPr>
              <a:t>5.  Repeat steps 3-4 until assignments stop changing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Converges in ~10-20 iterations for most datasets</a:t>
            </a:r>
          </a:p>
          <a:p>
            <a:r>
              <a:rPr sz="1500">
                <a:latin typeface="Calibri"/>
              </a:rPr>
              <a:t>Uses Euclidean distance - features MUST be scaled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Choosing 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Elbow Method: Where Does Adding Clusters Stop Helping?</a:t>
            </a:r>
          </a:p>
        </p:txBody>
      </p:sp>
      <p:pic>
        <p:nvPicPr>
          <p:cNvPr id="3" name="Picture 2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561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Interpreting the Elbow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Inertia = sum of squared</a:t>
            </a:r>
          </a:p>
          <a:p>
            <a:r>
              <a:rPr sz="1400">
                <a:latin typeface="Calibri"/>
              </a:rPr>
              <a:t>  distances to nearest centroid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Lower inertia = tighter clusters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The 'elbow' is where adding</a:t>
            </a:r>
          </a:p>
          <a:p>
            <a:r>
              <a:rPr sz="1400">
                <a:latin typeface="Calibri"/>
              </a:rPr>
              <a:t>more clusters gives diminishing</a:t>
            </a:r>
          </a:p>
          <a:p>
            <a:r>
              <a:rPr sz="1400">
                <a:latin typeface="Calibri"/>
              </a:rPr>
              <a:t>returns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Also consider: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Silhouette score</a:t>
            </a:r>
          </a:p>
          <a:p>
            <a:r>
              <a:rPr sz="1400">
                <a:latin typeface="Calibri"/>
              </a:rPr>
              <a:t>  How well-separated are clusters?</a:t>
            </a:r>
          </a:p>
          <a:p>
            <a:r>
              <a:rPr sz="1400">
                <a:latin typeface="Calibri"/>
              </a:rPr>
              <a:t>  Range: -1 to 1 (higher = better)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Domain knowledge</a:t>
            </a:r>
          </a:p>
          <a:p>
            <a:r>
              <a:rPr sz="1400">
                <a:latin typeface="Calibri"/>
              </a:rPr>
              <a:t>  Does the number of clusters</a:t>
            </a:r>
          </a:p>
          <a:p>
            <a:r>
              <a:rPr sz="1400">
                <a:latin typeface="Calibri"/>
              </a:rPr>
              <a:t>  make sense for your network?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Anomaly Detection</a:t>
            </a:r>
          </a:p>
          <a:p>
            <a:r>
              <a:rPr b="1">
                <a:latin typeface="Calibri"/>
              </a:rPr>
              <a:t>via Distance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Flagging Anomalies by Distance from Centroids</a:t>
            </a:r>
          </a:p>
        </p:txBody>
      </p:sp>
      <p:pic>
        <p:nvPicPr>
          <p:cNvPr id="3" name="Picture 2" descr="anomaly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Anomaly Detection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1. Fit k-Means on baseline (known-good) traffic</a:t>
            </a:r>
          </a:p>
          <a:p>
            <a:r>
              <a:rPr sz="1500">
                <a:latin typeface="Calibri"/>
              </a:rPr>
              <a:t>2. For each new connection:</a:t>
            </a:r>
          </a:p>
          <a:p>
            <a:r>
              <a:rPr sz="1500">
                <a:latin typeface="Calibri"/>
              </a:rPr>
              <a:t>   distance = min distance to any centroid</a:t>
            </a:r>
          </a:p>
          <a:p>
            <a:r>
              <a:rPr sz="1500">
                <a:latin typeface="Calibri"/>
              </a:rPr>
              <a:t>3. If distance &gt; threshold: FLAG as anomalous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distances = km.transform(X_new).min(axis=1)</a:t>
            </a:r>
          </a:p>
          <a:p>
            <a:r>
              <a:rPr sz="1500">
                <a:latin typeface="Calibri"/>
              </a:rPr>
              <a:t>anomalies = X_new[distances &gt; threshold]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Critical: always StandardScaler before clustering</a:t>
            </a:r>
          </a:p>
          <a:p>
            <a:r>
              <a:rPr sz="1500">
                <a:latin typeface="Calibri"/>
              </a:rPr>
              <a:t>  (bytes_sent 0-1M vs duration 0-300 would break distances)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Unsupervised framing - no labels, what can clustering find?</a:t>
            </a:r>
          </a:p>
          <a:p>
            <a:r>
              <a:rPr sz="1600">
                <a:latin typeface="Calibri"/>
              </a:rPr>
              <a:t>Exercise 2:  k-Means + PCA visualisation - colour-coded 2D cluster plot</a:t>
            </a:r>
          </a:p>
          <a:p>
            <a:r>
              <a:rPr sz="1600">
                <a:latin typeface="Calibri"/>
              </a:rPr>
              <a:t>Exercise 3:  Choosing k - elbow method, silhouette score</a:t>
            </a:r>
          </a:p>
          <a:p>
            <a:r>
              <a:rPr sz="1600">
                <a:latin typeface="Calibri"/>
              </a:rPr>
              <a:t>Exercise 4:  Anomaly scoring - distance thresholds, flag top anomalies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Unsupervised learning finds structure without labels - essential for security</a:t>
            </a:r>
          </a:p>
          <a:p>
            <a:r>
              <a:rPr sz="1500">
                <a:latin typeface="Calibri"/>
              </a:rPr>
              <a:t>k-Means groups similar points into k clusters via iterative centroid updates</a:t>
            </a:r>
          </a:p>
          <a:p>
            <a:r>
              <a:rPr sz="1500">
                <a:latin typeface="Calibri"/>
              </a:rPr>
              <a:t>The elbow method helps choose k - look for diminishing returns</a:t>
            </a:r>
          </a:p>
          <a:p>
            <a:r>
              <a:rPr sz="1500">
                <a:latin typeface="Calibri"/>
              </a:rPr>
              <a:t>Anomalies = points far from all centroids (high distance score)</a:t>
            </a:r>
          </a:p>
          <a:p>
            <a:r>
              <a:rPr sz="1500">
                <a:latin typeface="Calibri"/>
              </a:rPr>
              <a:t>Always scale features before clustering - Euclidean distance requires it</a:t>
            </a:r>
          </a:p>
          <a:p>
            <a:r>
              <a:rPr sz="1500">
                <a:latin typeface="Calibri"/>
              </a:rPr>
              <a:t>Next: Cross-Validation - how to know if your model truly generalises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2.4 - Cross-Validation and Overfitting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Clustering &amp; 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