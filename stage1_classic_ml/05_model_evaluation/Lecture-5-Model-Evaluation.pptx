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1.5 — Stage 1: Classic Machine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Security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Why accuracy is misleading in security</a:t>
            </a:r>
          </a:p>
          <a:p>
            <a:pPr/>
            <a:r>
              <a:t>The four outcomes: TP, FP, TN, FN</a:t>
            </a:r>
          </a:p>
          <a:p>
            <a:pPr/>
            <a:r>
              <a:t>The confusion matrix</a:t>
            </a:r>
          </a:p>
          <a:p>
            <a:pPr/>
            <a:r>
              <a:t>Precision, recall, and F1 score</a:t>
            </a:r>
          </a:p>
          <a:p>
            <a:pPr/>
            <a:r>
              <a:t>ROC curve and AUC</a:t>
            </a:r>
          </a:p>
          <a:p>
            <a:pPr/>
            <a:r>
              <a:t>The precision-recall tradeoff</a:t>
            </a:r>
          </a:p>
          <a:p>
            <a:pPr/>
            <a:r>
              <a:t>Threshold tuning for operational priorities</a:t>
            </a:r>
          </a:p>
          <a:p>
            <a:pPr/>
            <a:r>
              <a:t>Workshop: 5 hands-on exercises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Accuracy</a:t>
            </a:r>
          </a:p>
          <a:p>
            <a:r>
              <a:t>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Accuracy Is Misleading in Security</a:t>
            </a:r>
          </a:p>
        </p:txBody>
      </p:sp>
      <p:pic>
        <p:nvPicPr>
          <p:cNvPr id="3" name="Picture 2" descr="eval_accuracy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3773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Class Imbalance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10,000 connections per hour. 100 are attacks (1%).</a:t>
            </a:r>
          </a:p>
          <a:p>
            <a:pPr/>
            <a:r>
              <a:t>A model that always predicts 'benign':</a:t>
            </a:r>
          </a:p>
          <a:p>
            <a:pPr lvl="1"/>
            <a:r>
              <a:t>Accuracy = 99%</a:t>
            </a:r>
          </a:p>
          <a:p>
            <a:pPr lvl="1"/>
            <a:r>
              <a:t>Attacks caught = 0</a:t>
            </a:r>
          </a:p>
          <a:p>
            <a:pPr/>
            <a:r>
              <a:t>This is everywhere in security:</a:t>
            </a:r>
          </a:p>
          <a:p>
            <a:pPr lvl="1"/>
            <a:r>
              <a:t>Network intrusion: 99% normal, 1% attack</a:t>
            </a:r>
          </a:p>
          <a:p>
            <a:pPr lvl="1"/>
            <a:r>
              <a:t>Malware: 95% benign, 5% malicious</a:t>
            </a:r>
          </a:p>
          <a:p>
            <a:pPr lvl="1"/>
            <a:r>
              <a:t>Fraud: 99.8% legitimate, 0.2% fraud</a:t>
            </a:r>
          </a:p>
          <a:p>
            <a:pPr/>
            <a:r>
              <a:t>You need metrics that account for this imbalance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Four Outcomes</a:t>
            </a:r>
          </a:p>
          <a:p>
            <a:r>
              <a:t>&amp; Confusion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Confusion Matrix — Every Prediction Falls Here</a:t>
            </a:r>
          </a:p>
        </p:txBody>
      </p:sp>
      <p:pic>
        <p:nvPicPr>
          <p:cNvPr id="3" name="Picture 2" descr="eval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188720"/>
            <a:ext cx="6400800" cy="64448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— Recall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In security, FN (missed attacks)</a:t>
            </a:r>
          </a:p>
          <a:p>
            <a:r>
              <a:t>is usually the most dangerous</a:t>
            </a:r>
          </a:p>
          <a:p>
            <a:r>
              <a:t>error of all.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Four Outcomes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True Positive (TP) — correctly flagged an attack</a:t>
            </a:r>
          </a:p>
          <a:p>
            <a:pPr/>
            <a:r>
              <a:t>True Negative (TN) — correctly passed benign traffic</a:t>
            </a:r>
          </a:p>
          <a:p>
            <a:pPr/>
            <a:r>
              <a:t>False Positive (FP) — false alarm (benign flagged as attack)</a:t>
            </a:r>
          </a:p>
          <a:p>
            <a:pPr/>
            <a:r>
              <a:t>False Negative (FN) — missed attack (the dangerous one)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Precision, Recall,</a:t>
            </a:r>
          </a:p>
          <a:p>
            <a:r>
              <a:t>and F1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Key Metrics for Security ML</a:t>
            </a:r>
          </a:p>
        </p:txBody>
      </p:sp>
      <p:pic>
        <p:nvPicPr>
          <p:cNvPr id="3" name="Picture 2" descr="eva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46768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Each Metric Matters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Prioritise Precision when:</a:t>
            </a:r>
          </a:p>
          <a:p>
            <a:pPr/>
          </a:p>
          <a:p>
            <a:pPr lvl="1"/>
            <a:r>
              <a:t>Automated blocking rules</a:t>
            </a:r>
          </a:p>
          <a:p>
            <a:pPr lvl="1"/>
            <a:r>
              <a:t>High-cost response actions</a:t>
            </a:r>
          </a:p>
          <a:p>
            <a:pPr lvl="1"/>
            <a:r>
              <a:t>(isolating a production server)</a:t>
            </a:r>
          </a:p>
          <a:p>
            <a:pPr/>
          </a:p>
          <a:p>
            <a:pPr/>
            <a:r>
              <a:t>You cannot afford false alarms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pPr/>
            <a:r>
              <a:t>Prioritise Recall when:</a:t>
            </a:r>
          </a:p>
          <a:p>
            <a:pPr/>
          </a:p>
          <a:p>
            <a:pPr lvl="1"/>
            <a:r>
              <a:t>Critical infrastructure monitoring</a:t>
            </a:r>
          </a:p>
          <a:p>
            <a:pPr lvl="1"/>
            <a:r>
              <a:t>Compliance requirements</a:t>
            </a:r>
          </a:p>
          <a:p>
            <a:pPr lvl="1"/>
            <a:r>
              <a:t>(must detect specific threat types)</a:t>
            </a:r>
          </a:p>
          <a:p>
            <a:pPr/>
          </a:p>
          <a:p>
            <a:pPr/>
            <a:r>
              <a:t>You cannot afford to miss an attack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ROC Curve</a:t>
            </a:r>
          </a:p>
          <a:p>
            <a:r>
              <a:t>and AUC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— Model Quality Across All Thresholds</a:t>
            </a:r>
          </a:p>
        </p:txBody>
      </p:sp>
      <p:pic>
        <p:nvPicPr>
          <p:cNvPr id="3" name="Picture 2" descr="eval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097280"/>
            <a:ext cx="6400800" cy="55428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the ROC Curve and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ROC plots True Positive Rate vs False Positive Rate across all thresholds</a:t>
            </a:r>
          </a:p>
          <a:p>
            <a:pPr/>
            <a:r>
              <a:t>AUC (Area Under Curve) summarises this in one number:</a:t>
            </a:r>
          </a:p>
          <a:p>
            <a:pPr lvl="1"/>
            <a:r>
              <a:t>AUC = 1.0 → perfect separation between classes</a:t>
            </a:r>
          </a:p>
          <a:p>
            <a:pPr lvl="1"/>
            <a:r>
              <a:t>AUC = 0.5 → no better than random (coin flip)</a:t>
            </a:r>
          </a:p>
          <a:p>
            <a:pPr/>
            <a:r>
              <a:t>A good security model: AUC &gt; 0.85</a:t>
            </a:r>
          </a:p>
          <a:p>
            <a:pPr/>
            <a:r>
              <a:t>The further the curve pushes into the top-left corner, the better</a:t>
            </a:r>
          </a:p>
          <a:p>
            <a:pPr/>
            <a:r>
              <a:t>Useful for comparing different models on the same dataset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Threshold</a:t>
            </a:r>
          </a:p>
          <a:p>
            <a:r>
              <a:t>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Precision-Recall Tradeoff</a:t>
            </a:r>
          </a:p>
        </p:txBody>
      </p:sp>
      <p:pic>
        <p:nvPicPr>
          <p:cNvPr id="3" name="Picture 2" descr="eval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71600"/>
            <a:ext cx="9144000" cy="51031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SOC with Large Analyst Team</a:t>
            </a:r>
          </a:p>
          <a:p>
            <a:pPr/>
          </a:p>
          <a:p>
            <a:pPr/>
            <a:r>
              <a:t>Can handle more false alarms</a:t>
            </a:r>
          </a:p>
          <a:p>
            <a:pPr/>
            <a:r>
              <a:t>Lower threshold, higher recall</a:t>
            </a:r>
          </a:p>
          <a:p>
            <a:pPr/>
            <a:r>
              <a:t>Priority: don't miss any attacks</a:t>
            </a:r>
          </a:p>
          <a:p>
            <a:pPr/>
          </a:p>
          <a:p>
            <a:pPr/>
            <a:r>
              <a:t>Typical threshold: 0.3 – 0.4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pPr/>
            <a:r>
              <a:t>Automated Blocking Rule</a:t>
            </a:r>
          </a:p>
          <a:p>
            <a:pPr/>
          </a:p>
          <a:p>
            <a:pPr/>
            <a:r>
              <a:t>Must be high confidence</a:t>
            </a:r>
          </a:p>
          <a:p>
            <a:pPr/>
            <a:r>
              <a:t>Higher threshold, higher precision</a:t>
            </a:r>
          </a:p>
          <a:p>
            <a:pPr/>
            <a:r>
              <a:t>Priority: don't block legitimate traffic</a:t>
            </a:r>
          </a:p>
          <a:p>
            <a:pPr/>
          </a:p>
          <a:p>
            <a:pPr/>
            <a:r>
              <a:t>Typical threshold: 0.7 – 0.8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— 5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Exercise 1: The accuracy trap — DummyClassifier, 95% accuracy that catches 0 attacks</a:t>
            </a:r>
          </a:p>
          <a:p>
            <a:pPr/>
            <a:r>
              <a:t>Exercise 2: Confusion matrix — TP/TN/FP/FN, compute manually and with sklearn</a:t>
            </a:r>
          </a:p>
          <a:p>
            <a:pPr/>
            <a:r>
              <a:t>Exercise 3: Precision, recall, F1 — classification_report, security tradeoffs</a:t>
            </a:r>
          </a:p>
          <a:p>
            <a:pPr/>
            <a:r>
              <a:t>Exercise 4: ROC and AUC — ROC curve, compare three models visually</a:t>
            </a:r>
          </a:p>
          <a:p>
            <a:pPr/>
            <a:r>
              <a:t>Exercise 5: Threshold tuning — sensitivity analysis, pick for your use case</a:t>
            </a:r>
          </a:p>
          <a:p>
            <a:pPr/>
          </a:p>
          <a:p>
            <a:pPr/>
            <a:r>
              <a:t>Each exercise: lecture.md → handson.md → solution_model_evaluation.py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Accuracy is misleading on imbalanced security data — 99% can catch 0 attacks</a:t>
            </a:r>
          </a:p>
          <a:p>
            <a:pPr/>
            <a:r>
              <a:t>The confusion matrix shows exactly where errors happen: TP, FP, TN, FN</a:t>
            </a:r>
          </a:p>
          <a:p>
            <a:pPr/>
            <a:r>
              <a:t>Precision: 'how many alerts are real?' — Recall: 'how many attacks did we catch?'</a:t>
            </a:r>
          </a:p>
          <a:p>
            <a:pPr/>
            <a:r>
              <a:t>F1 balances both; ROC AUC measures overall class separation</a:t>
            </a:r>
          </a:p>
          <a:p>
            <a:pPr/>
            <a:r>
              <a:t>Threshold tuning is a business decision: SOC team vs automated rule</a:t>
            </a:r>
          </a:p>
          <a:p>
            <a:pPr/>
            <a:r>
              <a:t>Next: Stage 1 Project — Phishing URL Classifier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 → Stage 1 Project: Phishing URL Classifier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Model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