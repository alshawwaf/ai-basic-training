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1.3 —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Logistic Regression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For Security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From regression to classification</a:t>
            </a:r>
          </a:p>
          <a:p>
            <a:pPr/>
            <a:r>
              <a:t>The sigmoid function and probability</a:t>
            </a:r>
          </a:p>
          <a:p>
            <a:pPr/>
            <a:r>
              <a:t>Real-life example: phishing URL detector</a:t>
            </a:r>
          </a:p>
          <a:p>
            <a:pPr/>
            <a:r>
              <a:t>Decision boundaries and thresholds</a:t>
            </a:r>
          </a:p>
          <a:p>
            <a:pPr/>
            <a:r>
              <a:t>Feature coefficients — what matters most</a:t>
            </a:r>
          </a:p>
          <a:p>
            <a:pPr/>
            <a:r>
              <a:t>Workshop: 4 hands-on exercises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From Numbers</a:t>
            </a:r>
          </a:p>
          <a:p>
            <a:r>
              <a:t>to Decisions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Regression to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Linear regression predicts a number (response time in ms)</a:t>
            </a:r>
          </a:p>
          <a:p>
            <a:pPr/>
            <a:r>
              <a:t>Logistic regression predicts a probability → then a binary decision</a:t>
            </a:r>
          </a:p>
          <a:p>
            <a:pPr/>
            <a:r>
              <a:t>P(phishing) = sigmoid( w1×url_length + w2×num_dots + ... + bias )</a:t>
            </a:r>
          </a:p>
          <a:p>
            <a:pPr/>
            <a:r>
              <a:t>The sigmoid function squashes any number into [0, 1]</a:t>
            </a:r>
          </a:p>
          <a:p>
            <a:pPr lvl="1"/>
            <a:r>
              <a:t>sigmoid(x) = 1 / (1 + e^(-x))</a:t>
            </a:r>
          </a:p>
          <a:p>
            <a:pPr/>
            <a:r>
              <a:t>If P(phishing) &gt; 0.5 → classify as phishing</a:t>
            </a:r>
          </a:p>
          <a:p>
            <a:pPr/>
            <a:r>
              <a:t>The 0.5 threshold is not always the right choice (more on this later)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Phishing URL</a:t>
            </a:r>
          </a:p>
          <a:p>
            <a:r>
              <a:t>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Real-Life Example: Phishing URL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 phishing URL often has telltale signs:</a:t>
            </a:r>
          </a:p>
          <a:p>
            <a:pPr lvl="1"/>
            <a:r>
              <a:t>Very long URL — to hide the real domain in the path</a:t>
            </a:r>
          </a:p>
          <a:p>
            <a:pPr lvl="1"/>
            <a:r>
              <a:t>Many dots — paypal.verify.account.evil.com</a:t>
            </a:r>
          </a:p>
          <a:p>
            <a:pPr lvl="1"/>
            <a:r>
              <a:t>Contains @ symbol — browser ignores everything before @</a:t>
            </a:r>
          </a:p>
          <a:p>
            <a:pPr lvl="1"/>
            <a:r>
              <a:t>Uses an IP address instead of a domain name</a:t>
            </a:r>
          </a:p>
          <a:p>
            <a:pPr lvl="1"/>
            <a:r>
              <a:t>Many hyphens in the domain</a:t>
            </a:r>
          </a:p>
          <a:p>
            <a:pPr/>
            <a:r>
              <a:t>We extract these as numerical features and train a classifier</a:t>
            </a:r>
          </a:p>
          <a:p>
            <a:pPr/>
            <a:r>
              <a:t>Label: phishing (1) or legitimate (0)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The model learns a boundary that separates the two classes</a:t>
            </a:r>
          </a:p>
          <a:p>
            <a:pPr/>
            <a:r>
              <a:t>In 2D: a line. In many dimensions: a hyperplane</a:t>
            </a:r>
          </a:p>
          <a:p>
            <a:pPr/>
            <a:r>
              <a:t>Everything on one side → phishing, the other → legitimate</a:t>
            </a:r>
          </a:p>
          <a:p>
            <a:pPr/>
            <a:r>
              <a:t>Two ways to get predictions:</a:t>
            </a:r>
          </a:p>
          <a:p>
            <a:pPr lvl="1"/>
            <a:r>
              <a:t>model.predict(X) — returns 0 or 1 (hard label, uses 0.5 threshold)</a:t>
            </a:r>
          </a:p>
          <a:p>
            <a:pPr lvl="1"/>
            <a:r>
              <a:t>model.predict_proba(X) — returns [P(legit), P(phishing)]</a:t>
            </a:r>
          </a:p>
          <a:p>
            <a:pPr/>
            <a:r>
              <a:t>Probabilities give you more control than hard labels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Thresholds &amp;</a:t>
            </a:r>
          </a:p>
          <a:p>
            <a:r>
              <a:t>Coefficients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Threshold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Default threshold: 0.5 — but this is not always optimal</a:t>
            </a:r>
          </a:p>
          <a:p>
            <a:pPr/>
            <a:r>
              <a:t>Lower threshold (e.g. 0.3):</a:t>
            </a:r>
          </a:p>
          <a:p>
            <a:pPr lvl="1"/>
            <a:r>
              <a:t>Catches more phishing (higher recall)</a:t>
            </a:r>
          </a:p>
          <a:p>
            <a:pPr lvl="1"/>
            <a:r>
              <a:t>Generates more false alarms (lower precision)</a:t>
            </a:r>
          </a:p>
          <a:p>
            <a:pPr/>
            <a:r>
              <a:t>Higher threshold (e.g. 0.7):</a:t>
            </a:r>
          </a:p>
          <a:p>
            <a:pPr lvl="1"/>
            <a:r>
              <a:t>Fewer false alarms (higher precision)</a:t>
            </a:r>
          </a:p>
          <a:p>
            <a:pPr lvl="1"/>
            <a:r>
              <a:t>Misses more subtle phishing (lower recall)</a:t>
            </a:r>
          </a:p>
          <a:p>
            <a:pPr/>
            <a:r>
              <a:t>The right choice depends on your operational priorities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Coefficients — Interpretability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model.coef_ tells you which features matter most</a:t>
            </a:r>
          </a:p>
          <a:p>
            <a:pPr lvl="1"/>
            <a:r>
              <a:t>Positive coefficient → increases P(phishing)</a:t>
            </a:r>
          </a:p>
          <a:p>
            <a:pPr lvl="1"/>
            <a:r>
              <a:t>Negative coefficient → decreases P(phishing)</a:t>
            </a:r>
          </a:p>
          <a:p>
            <a:pPr/>
            <a:r>
              <a:t>Example output:</a:t>
            </a:r>
          </a:p>
          <a:p>
            <a:pPr lvl="1"/>
            <a:r>
              <a:t>url_length: +0.82    (longer URLs → more suspicious)</a:t>
            </a:r>
          </a:p>
          <a:p>
            <a:pPr lvl="1"/>
            <a:r>
              <a:t>num_dots: +1.45       (many subdomains → highly suspicious)</a:t>
            </a:r>
          </a:p>
          <a:p>
            <a:pPr lvl="1"/>
            <a:r>
              <a:t>domain_age: -0.91    (older domains → more trustworthy)</a:t>
            </a:r>
          </a:p>
          <a:p>
            <a:pPr/>
            <a:r>
              <a:t>Great for explaining your detector to non-technical stakeholders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— 4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Exercise 1: From regression to classification — sigmoid, probability outputs</a:t>
            </a:r>
          </a:p>
          <a:p>
            <a:pPr/>
            <a:r>
              <a:t>Exercise 2: Feature engineering URLs — extract security-relevant features</a:t>
            </a:r>
          </a:p>
          <a:p>
            <a:pPr/>
            <a:r>
              <a:t>Exercise 3: Train and evaluate — LogisticRegression, classification report</a:t>
            </a:r>
          </a:p>
          <a:p>
            <a:pPr/>
            <a:r>
              <a:t>Exercise 4: Threshold tuning — predict_proba(), precision-recall tradeoff</a:t>
            </a:r>
          </a:p>
          <a:p>
            <a:pPr/>
            <a:r>
              <a:t>Each exercise has:</a:t>
            </a:r>
          </a:p>
          <a:p>
            <a:pPr lvl="1"/>
            <a:r>
              <a:t>lecture.md — concept explanation</a:t>
            </a:r>
          </a:p>
          <a:p>
            <a:pPr lvl="1"/>
            <a:r>
              <a:t>handson.md — step-by-step lab</a:t>
            </a:r>
          </a:p>
          <a:p>
            <a:pPr lvl="1"/>
            <a:r>
              <a:t>solution_logistic_regression.py — reference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Logistic regression predicts a probability, then applies a threshold for a binary decision</a:t>
            </a:r>
          </a:p>
          <a:p>
            <a:pPr/>
            <a:r>
              <a:t>The sigmoid function maps any value to [0, 1]</a:t>
            </a:r>
          </a:p>
          <a:p>
            <a:pPr/>
            <a:r>
              <a:t>Phishing detection: extract URL features → train classifier → get probabilities</a:t>
            </a:r>
          </a:p>
          <a:p>
            <a:pPr/>
            <a:r>
              <a:t>Feature coefficients tell you which features drive the prediction</a:t>
            </a:r>
          </a:p>
          <a:p>
            <a:pPr/>
            <a:r>
              <a:t>Threshold tuning lets you balance precision vs recall for your use case</a:t>
            </a:r>
          </a:p>
          <a:p>
            <a:pPr/>
            <a:r>
              <a:t>Next: Lesson 1.4 — Decision Trees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 → Lesson 1.4: Decision Trees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Logistic Regression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