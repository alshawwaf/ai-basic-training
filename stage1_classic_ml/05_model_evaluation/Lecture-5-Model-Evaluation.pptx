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1.5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Model Evaluation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Beyond Accuracy  -  Metrics That Matter in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The accuracy trap - why 99% can be useless</a:t>
            </a:r>
          </a:p>
          <a:p>
            <a:r>
              <a:rPr sz="1600">
                <a:latin typeface="Calibri"/>
              </a:rPr>
              <a:t>The confusion matrix - four possible outcomes</a:t>
            </a:r>
          </a:p>
          <a:p>
            <a:r>
              <a:rPr sz="1600">
                <a:latin typeface="Calibri"/>
              </a:rPr>
              <a:t>Precision, recall, and F1 score</a:t>
            </a:r>
          </a:p>
          <a:p>
            <a:r>
              <a:rPr sz="1600">
                <a:latin typeface="Calibri"/>
              </a:rPr>
              <a:t>ROC curves and AUC</a:t>
            </a:r>
          </a:p>
          <a:p>
            <a:r>
              <a:rPr sz="1600">
                <a:latin typeface="Calibri"/>
              </a:rPr>
              <a:t>Threshold tuning for operational priorities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Accuracy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99% Accuracy That Catches Zero Attacks</a:t>
            </a:r>
          </a:p>
        </p:txBody>
      </p:sp>
      <p:pic>
        <p:nvPicPr>
          <p:cNvPr id="3" name="Picture 2" descr="accuracy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3946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When classes are imbalanced,</a:t>
            </a:r>
          </a:p>
          <a:p>
            <a:r>
              <a:rPr sz="1400">
                <a:latin typeface="Calibri"/>
              </a:rPr>
              <a:t>accuracy rewards ignoring</a:t>
            </a:r>
          </a:p>
          <a:p>
            <a:r>
              <a:rPr sz="1400">
                <a:latin typeface="Calibri"/>
              </a:rPr>
              <a:t>the rare class.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You need metrics that</a:t>
            </a:r>
          </a:p>
          <a:p>
            <a:r>
              <a:rPr sz="1400">
                <a:latin typeface="Calibri"/>
              </a:rPr>
              <a:t>focus on the minority.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Why Accuracy Misleads in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10,000 connections per hour</a:t>
            </a:r>
          </a:p>
          <a:p>
            <a:r>
              <a:rPr sz="1400">
                <a:latin typeface="Calibri"/>
              </a:rPr>
              <a:t>  100 are attacks (1%)</a:t>
            </a:r>
          </a:p>
          <a:p>
            <a:r>
              <a:rPr sz="1400">
                <a:latin typeface="Calibri"/>
              </a:rPr>
              <a:t>  9,900 are normal (99%)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A model that always says 'normal':</a:t>
            </a:r>
          </a:p>
          <a:p>
            <a:r>
              <a:rPr sz="1400">
                <a:latin typeface="Calibri"/>
              </a:rPr>
              <a:t>  Accuracy = 99%</a:t>
            </a:r>
          </a:p>
          <a:p>
            <a:r>
              <a:rPr sz="1400">
                <a:latin typeface="Calibri"/>
              </a:rPr>
              <a:t>  Attacks caught = 0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This is everywhere in security:</a:t>
            </a:r>
          </a:p>
          <a:p>
            <a:r>
              <a:rPr sz="1400">
                <a:latin typeface="Calibri"/>
              </a:rPr>
              <a:t>  Network IDS, fraud, malware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Confusion</a:t>
            </a:r>
          </a:p>
          <a:p>
            <a:r>
              <a:rPr b="1">
                <a:latin typeface="Calibri"/>
              </a:rPr>
              <a:t>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Every Prediction Falls Into One of Four Buckets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7589520" cy="56718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Cost of Each Error Type in Security</a:t>
            </a:r>
          </a:p>
        </p:txBody>
      </p:sp>
      <p:pic>
        <p:nvPicPr>
          <p:cNvPr id="3" name="Picture 2" descr="fn_dan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1247120" cy="36255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In most security contexts,</a:t>
            </a:r>
          </a:p>
          <a:p>
            <a:r>
              <a:rPr sz="1400">
                <a:latin typeface="Calibri"/>
              </a:rPr>
              <a:t>a false negative (missed attack)</a:t>
            </a:r>
          </a:p>
          <a:p>
            <a:r>
              <a:rPr sz="1400">
                <a:latin typeface="Calibri"/>
              </a:rPr>
              <a:t>is far more costly than</a:t>
            </a:r>
          </a:p>
          <a:p>
            <a:r>
              <a:rPr sz="1400">
                <a:latin typeface="Calibri"/>
              </a:rPr>
              <a:t>a false positive (false alarm).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Reading the Confusion Matrix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Diagonal = correct predictions</a:t>
            </a:r>
          </a:p>
          <a:p>
            <a:r>
              <a:rPr sz="1400">
                <a:latin typeface="Calibri"/>
              </a:rPr>
              <a:t>  (TN + TP) - you want these large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Off-diagonal = errors</a:t>
            </a:r>
          </a:p>
          <a:p>
            <a:r>
              <a:rPr sz="1400">
                <a:latin typeface="Calibri"/>
              </a:rPr>
              <a:t>  FP = false alarm (benign flagged)</a:t>
            </a:r>
          </a:p>
          <a:p>
            <a:r>
              <a:rPr sz="1400">
                <a:latin typeface="Calibri"/>
              </a:rPr>
              <a:t>  FN = missed attack (attack missed)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In security, FN is usually worse:</a:t>
            </a:r>
          </a:p>
          <a:p>
            <a:r>
              <a:rPr sz="1400">
                <a:latin typeface="Calibri"/>
              </a:rPr>
              <a:t>  A missed breach &gt; a false alert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Precision, Recall,</a:t>
            </a:r>
          </a:p>
          <a:p>
            <a:r>
              <a:rPr b="1">
                <a:latin typeface="Calibri"/>
              </a:rPr>
              <a:t>and F1 Score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Three Metrics You Need for Security ML</a:t>
            </a:r>
          </a:p>
        </p:txBody>
      </p:sp>
      <p:pic>
        <p:nvPicPr>
          <p:cNvPr id="3" name="Picture 2" descr="metric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39045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When Each Metric Matters Most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Prioritise Precision when: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Auto-blocking is enabled</a:t>
            </a:r>
          </a:p>
          <a:p>
            <a:r>
              <a:rPr sz="1400">
                <a:latin typeface="Calibri"/>
              </a:rPr>
              <a:t>  (blocking legit = revenue loss)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Small team, limited capacity</a:t>
            </a:r>
          </a:p>
          <a:p>
            <a:r>
              <a:rPr sz="1400">
                <a:latin typeface="Calibri"/>
              </a:rPr>
              <a:t>  (can't handle many false alarms)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High-confidence actions only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Prioritise Recall when: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Missing attacks is unacceptable</a:t>
            </a:r>
          </a:p>
          <a:p>
            <a:r>
              <a:rPr sz="1400">
                <a:latin typeface="Calibri"/>
              </a:rPr>
              <a:t>  (APT detection, compliance)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Alerting, not blocking</a:t>
            </a:r>
          </a:p>
          <a:p>
            <a:r>
              <a:rPr sz="1400">
                <a:latin typeface="Calibri"/>
              </a:rPr>
              <a:t>  (analysts triage the alerts)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Cost of a breach is very high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ROC Curves</a:t>
            </a:r>
          </a:p>
          <a:p>
            <a:r>
              <a:rPr b="1">
                <a:latin typeface="Calibri"/>
              </a:rPr>
              <a:t>and Thresholds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ROC Curve - Model Quality Across All Thresholds</a:t>
            </a:r>
          </a:p>
        </p:txBody>
      </p:sp>
      <p:pic>
        <p:nvPicPr>
          <p:cNvPr id="3" name="Picture 2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097280"/>
            <a:ext cx="7955279" cy="59367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Reading the ROC Curve and AUC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AUC = Area Under the Curve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  AUC = 1.0:  Perfect separation (never happens in practice)</a:t>
            </a:r>
          </a:p>
          <a:p>
            <a:r>
              <a:rPr sz="1500">
                <a:latin typeface="Calibri"/>
              </a:rPr>
              <a:t>  AUC &gt; 0.90:  Excellent model</a:t>
            </a:r>
          </a:p>
          <a:p>
            <a:r>
              <a:rPr sz="1500">
                <a:latin typeface="Calibri"/>
              </a:rPr>
              <a:t>  AUC &gt; 0.80:  Good model</a:t>
            </a:r>
          </a:p>
          <a:p>
            <a:r>
              <a:rPr sz="1500">
                <a:latin typeface="Calibri"/>
              </a:rPr>
              <a:t>  AUC = 0.50:  No better than random (the diagonal line)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The ROC curve shows performance at EVERY threshold at once</a:t>
            </a:r>
          </a:p>
          <a:p>
            <a:r>
              <a:rPr sz="1500">
                <a:latin typeface="Calibri"/>
              </a:rPr>
              <a:t>  - no need to pick a threshold first</a:t>
            </a:r>
          </a:p>
          <a:p>
            <a:r>
              <a:rPr sz="1500">
                <a:latin typeface="Calibri"/>
              </a:rPr>
              <a:t>  - compare models fairly regardless of threshold choice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Precision-Recall Tradeoff</a:t>
            </a:r>
          </a:p>
        </p:txBody>
      </p:sp>
      <p:pic>
        <p:nvPicPr>
          <p:cNvPr id="3" name="Picture 2" descr="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4903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Choosing the Right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SOC with analyst team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Lower threshold (e.g. 0.3)</a:t>
            </a:r>
          </a:p>
          <a:p>
            <a:r>
              <a:rPr sz="1400">
                <a:latin typeface="Calibri"/>
              </a:rPr>
              <a:t>  Higher recall</a:t>
            </a:r>
          </a:p>
          <a:p>
            <a:r>
              <a:rPr sz="1400">
                <a:latin typeface="Calibri"/>
              </a:rPr>
              <a:t>  More alerts to triage</a:t>
            </a:r>
          </a:p>
          <a:p>
            <a:r>
              <a:rPr sz="1400">
                <a:latin typeface="Calibri"/>
              </a:rPr>
              <a:t>  Fewer missed attacks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Goal: catch everything,</a:t>
            </a:r>
          </a:p>
          <a:p>
            <a:r>
              <a:rPr sz="1400">
                <a:latin typeface="Calibri"/>
              </a:rPr>
              <a:t>  analysts filter the noise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Automated blocking rule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Higher threshold (e.g. 0.8)</a:t>
            </a:r>
          </a:p>
          <a:p>
            <a:r>
              <a:rPr sz="1400">
                <a:latin typeface="Calibri"/>
              </a:rPr>
              <a:t>  Higher precision</a:t>
            </a:r>
          </a:p>
          <a:p>
            <a:r>
              <a:rPr sz="1400">
                <a:latin typeface="Calibri"/>
              </a:rPr>
              <a:t>  Fewer false blocks</a:t>
            </a:r>
          </a:p>
          <a:p>
            <a:r>
              <a:rPr sz="1400">
                <a:latin typeface="Calibri"/>
              </a:rPr>
              <a:t>  May miss subtle attacks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Goal: only act when</a:t>
            </a:r>
          </a:p>
          <a:p>
            <a:r>
              <a:rPr sz="1400">
                <a:latin typeface="Calibri"/>
              </a:rPr>
              <a:t>  confidence is very high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</a:t>
            </a:r>
          </a:p>
          <a:p>
            <a:r>
              <a:rPr b="1">
                <a:latin typeface="Calibri"/>
              </a:rP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sklearn Evaluation Toolkit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from sklearn.metrics import (classification_report,</a:t>
            </a:r>
          </a:p>
          <a:p>
            <a:r>
              <a:rPr sz="1500">
                <a:latin typeface="Calibri"/>
              </a:rPr>
              <a:t>    confusion_matrix, roc_auc_score, RocCurveDisplay)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print(classification_report(y_test, y_pred))</a:t>
            </a:r>
          </a:p>
          <a:p>
            <a:r>
              <a:rPr sz="1500">
                <a:latin typeface="Calibri"/>
              </a:rPr>
              <a:t>print(confusion_matrix(y_test, y_pred))</a:t>
            </a:r>
          </a:p>
          <a:p>
            <a:r>
              <a:rPr sz="1500">
                <a:latin typeface="Calibri"/>
              </a:rPr>
              <a:t>print(f'ROC AUC: {roc_auc_score(y_test, y_proba):.4f}')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RocCurveDisplay.from_predictions(y_test, y_proba).plot()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5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Exercise 1:  The accuracy trap - DummyClassifier on imbalanced data</a:t>
            </a:r>
          </a:p>
          <a:p>
            <a:r>
              <a:rPr sz="1500">
                <a:latin typeface="Calibri"/>
              </a:rPr>
              <a:t>Exercise 2:  Confusion matrix - compute TP/FP/TN/FN by hand and with sklearn</a:t>
            </a:r>
          </a:p>
          <a:p>
            <a:r>
              <a:rPr sz="1500">
                <a:latin typeface="Calibri"/>
              </a:rPr>
              <a:t>Exercise 3:  Precision, recall, F1 - classification report on attack data</a:t>
            </a:r>
          </a:p>
          <a:p>
            <a:r>
              <a:rPr sz="1500">
                <a:latin typeface="Calibri"/>
              </a:rPr>
              <a:t>Exercise 4:  ROC curve and AUC - compare three models visually</a:t>
            </a:r>
          </a:p>
          <a:p>
            <a:r>
              <a:rPr sz="1500">
                <a:latin typeface="Calibri"/>
              </a:rPr>
              <a:t>Exercise 5:  Threshold tuning - find the right balance for your use case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Each exercise: lecture.md (concept) + handson.md (build it yourself)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Accuracy is misleading on imbalanced data - a 99% model can catch 0 attacks</a:t>
            </a:r>
          </a:p>
          <a:p>
            <a:r>
              <a:rPr sz="1500">
                <a:latin typeface="Calibri"/>
              </a:rPr>
              <a:t>The confusion matrix reveals TP, FP, TN, FN - the full picture</a:t>
            </a:r>
          </a:p>
          <a:p>
            <a:r>
              <a:rPr sz="1500">
                <a:latin typeface="Calibri"/>
              </a:rPr>
              <a:t>Precision (alert quality) vs recall (attack coverage) is the core tradeoff</a:t>
            </a:r>
          </a:p>
          <a:p>
            <a:r>
              <a:rPr sz="1500">
                <a:latin typeface="Calibri"/>
              </a:rPr>
              <a:t>F1 balances both; use it as a single summary metric</a:t>
            </a:r>
          </a:p>
          <a:p>
            <a:r>
              <a:rPr sz="1500">
                <a:latin typeface="Calibri"/>
              </a:rPr>
              <a:t>ROC AUC compares models across all thresholds (&gt;0.90 = excellent)</a:t>
            </a:r>
          </a:p>
          <a:p>
            <a:r>
              <a:rPr sz="1500">
                <a:latin typeface="Calibri"/>
              </a:rPr>
              <a:t>Next: Stage 2 - feature engineering, ensembles, and real-world pipelines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Stage 2 - Intermediate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Model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