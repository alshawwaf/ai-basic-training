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proposal for an internal training program. I'll walk you through the problem, the program, why I think it will work, and what I need from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is not awareness — everybody knows AI is important. The gap is technical depth. Reading a blog about transformers does not let you push back when a vendor says 'our model catches zero-days' and you need to ask which model, trained on what data, with what false-positive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curriculum is already built and tested. 21 lessons, hundreds of pages of hands-on labs, real datasets — not slides. I can demo the portal after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tier system matters because not everyone needs the full depth. A senior architect who only needs sales credibility can stop at Tier 1 in 7 weeks. Engineers building tools go all the way to Tier 3. We get more participation because we respect their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 is the part I'm most excited about. Imagine an engineer walking into a customer meeting, pulling out their laptop, and saying 'let me show you what I built in our AI program.' That's worth 10x a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I'm not asking for a budget line. The curriculum already exists, the portal already runs, the labs are already tested. What I need from you is air cover and access to the right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I'd love 20 minutes after this to walk you through the actual program portal so you can see what graduates will be working with. Happy to take any questions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Khalid Alshawwaf  ·  For: Head of Security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Building deep AI/ML capability across our Security Engineering team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AI Ninja Program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~7 minute proposal +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customer conversation now has AI in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Vendors pitching "AI-powered EDR" and "ML-driven threat detection"</a:t>
            </a:r>
          </a:p>
          <a:p>
            <a:pPr/>
            <a:r>
              <a:t>CISOs asking us to evaluate their LLM and RAG use cases</a:t>
            </a:r>
          </a:p>
          <a:p>
            <a:pPr/>
            <a:r>
              <a:t>Competitors claiming their anomaly detection is "machine learning"</a:t>
            </a:r>
          </a:p>
          <a:p>
            <a:pPr/>
            <a:r>
              <a:t>Customers expecting us to engage on AI as peers, not observers</a:t>
            </a:r>
          </a:p>
          <a:p>
            <a:pPr/>
          </a:p>
          <a:p>
            <a:pPr/>
            <a:r>
              <a:t>Our engineers are world-class at firewalls, SIEM, and EDR.</a:t>
            </a:r>
          </a:p>
          <a:p>
            <a:pPr/>
            <a:r>
              <a:t>The AI layer is increasingly the part that decides who wins the deal.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15-week internal training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Takes a security engineer with zero ML background and turns them into someone who can:</a:t>
            </a:r>
          </a:p>
          <a:p>
            <a:pPr lvl="1"/>
            <a:r>
              <a:t>Explain  AI/ML to a customer in plain language</a:t>
            </a:r>
          </a:p>
          <a:p>
            <a:pPr lvl="1"/>
            <a:r>
              <a:t>Evaluate  vendor AI claims with technical credibility</a:t>
            </a:r>
          </a:p>
          <a:p>
            <a:pPr lvl="1"/>
            <a:r>
              <a:t>Build  working ML classifiers for security use cases</a:t>
            </a:r>
          </a:p>
          <a:p>
            <a:pPr lvl="1"/>
            <a:r>
              <a:t>Critique  neural network architectures</a:t>
            </a:r>
          </a:p>
          <a:p>
            <a:pPr lvl="1"/>
            <a:r>
              <a:t>Demo  a live AI-powered security assistant</a:t>
            </a:r>
          </a:p>
          <a:p>
            <a:pPr lvl="1"/>
            <a:r>
              <a:t>Position  Check Point AI Security products with technical authority</a:t>
            </a:r>
          </a:p>
          <a:p>
            <a:pPr/>
          </a:p>
          <a:p>
            <a:pPr/>
            <a:r>
              <a:t>Operating principle: people learn AI by manipulating it, not reading about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lessons  ·  5 stages  ·  3 progressive certification tiers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828800"/>
          <a:ext cx="10607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6949440"/>
              </a:tblGrid>
              <a:tr h="5943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Weeks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What graduates can do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Tier 1 — AI Foundations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1–7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Hold credible AI conversations with customers; evaluate vendor claims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Tier 2 — AI Practitioner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8–10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Prototype neural networks; assess AI solution architectures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Tier 3 — AI Ninja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11–15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Build AI-powered security tools; lead AI engagements end-to-end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4805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B5563"/>
                </a:solidFill>
              </a:rPr>
              <a:t>5 stages: AI Positioning → Classic ML → Intermediate ML → Neural Networks → Generative AI / RAG → Applied Check Point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that separate this from "watch a Coursera playlist"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Graded assessment gates between stages</a:t>
            </a:r>
          </a:p>
          <a:p>
            <a:pPr lvl="1"/>
            <a:r>
              <a:t>Quiz · mini-project · architecture review · live capstone demo</a:t>
            </a:r>
          </a:p>
          <a:p>
            <a:pPr lvl="1"/>
            <a:r>
              <a:t>People can't just run solution files and graduate — they have to demonstrate understanding</a:t>
            </a:r>
          </a:p>
          <a:p>
            <a:pPr/>
            <a:r>
              <a:t>2. Real security data, not toy datasets</a:t>
            </a:r>
          </a:p>
          <a:p>
            <a:pPr lvl="1"/>
            <a:r>
              <a:t>Real CVEs · real phishing URLs · MITRE ATT&amp;CK · packet captures</a:t>
            </a:r>
          </a:p>
          <a:p>
            <a:pPr lvl="1"/>
            <a:r>
              <a:t>Capstones use data graduates could demo to a customer the next day</a:t>
            </a:r>
          </a:p>
          <a:p>
            <a:pPr/>
            <a:r>
              <a:t>3. Every Ninja graduate ships a portable demo</a:t>
            </a:r>
          </a:p>
          <a:p>
            <a:pPr lvl="1"/>
            <a:r>
              <a:t>Laptop-ready RAG security assistant + 5-minute customer-facing script</a:t>
            </a:r>
          </a:p>
          <a:p>
            <a:pPr lvl="1"/>
            <a:r>
              <a:t>The deliverable is not a certificate — it's a sales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things I'm asking for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607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754880"/>
                <a:gridCol w="5303520"/>
              </a:tblGrid>
              <a:tr h="658368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6D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Ask</a:t>
                      </a:r>
                    </a:p>
                  </a:txBody>
                  <a:tcPr>
                    <a:solidFill>
                      <a:srgbClr val="06D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What it costs</a:t>
                      </a:r>
                    </a:p>
                  </a:txBody>
                  <a:tcPr>
                    <a:solidFill>
                      <a:srgbClr val="06D6E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Endorsement to recruit a pilot 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Your name on the program announcement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Time allocation: 5–8 hrs/week per participant for 15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~12–16 engineers across the Americas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Sponsorship so participation reads as career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One internal email + visible support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Review panel seat for the final capstone presentations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~2 hours at week 15, you + 2–3 stakeholders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3035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855F7"/>
                </a:solidFill>
              </a:rPr>
              <a:t>No external budget required. Curriculum is built. Portal is built. Materials are tested.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t>12–16 certified engineers who can hold technical AI conversations with any customer in the Americas</a:t>
            </a:r>
          </a:p>
          <a:p>
            <a:pPr/>
            <a:r>
              <a:t>Each graduate carries a working AI security demo on their laptop, ready for customer meetings</a:t>
            </a:r>
          </a:p>
          <a:p>
            <a:pPr/>
            <a:r>
              <a:t>A repeatable curriculum ready for the next cohort with minimal setup</a:t>
            </a:r>
          </a:p>
          <a:p>
            <a:pPr/>
            <a:r>
              <a:t>Clear visibility into Tier 1 (sales-ready), Tier 2 (architecture-ready), Tier 3 (build-ready) capability</a:t>
            </a:r>
          </a:p>
          <a:p>
            <a:pPr/>
          </a:p>
          <a:p>
            <a:pPr/>
            <a:r>
              <a:t>The customers we sell to are judging us on AI fluency. This is the lowest-risk, highest-leverage way to build it.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success looks like in 15 weeks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20 minutes, in person — I'll walk you through the labs and the capstone deliverable.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Want to see the portal?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