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Calibri"/>
              </a:rP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Lesson 4.2  |  Stage 4: Generative AI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HuggingFace Pre-trained Models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Use What Already Exists  -  No Training Required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The HuggingFace pipeline API - 3 lines of code</a:t>
            </a:r>
          </a:p>
          <a:p>
            <a:r>
              <a:rPr sz="1600">
                <a:latin typeface="Calibri"/>
              </a:rPr>
              <a:t>Available tasks: classification, NER, summarisation</a:t>
            </a:r>
          </a:p>
          <a:p>
            <a:r>
              <a:rPr sz="1600">
                <a:latin typeface="Calibri"/>
              </a:rPr>
              <a:t>Zero-shot classification - no training data needed</a:t>
            </a:r>
          </a:p>
          <a:p>
            <a:r>
              <a:rPr sz="1600">
                <a:latin typeface="Calibri"/>
              </a:rPr>
              <a:t>Sentence embeddings and semantic search</a:t>
            </a:r>
          </a:p>
          <a:p>
            <a:r>
              <a:rPr sz="1600">
                <a:latin typeface="Calibri"/>
              </a:rPr>
              <a:t>The foundation for RAG systems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What We'll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Pipeline</a:t>
            </a:r>
          </a:p>
          <a:p>
            <a:r>
              <a:rPr b="1">
                <a:latin typeface="Calibri"/>
              </a:rPr>
              <a:t>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From Text to Result in One Call</a:t>
            </a:r>
          </a:p>
        </p:txBody>
      </p:sp>
      <p:pic>
        <p:nvPicPr>
          <p:cNvPr id="3" name="Picture 2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0"/>
            <a:ext cx="11795760" cy="30448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Three Lines of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from transformers import pipeline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classifier = pipeline("text-classification",</a:t>
            </a:r>
          </a:p>
          <a:p>
            <a:r>
              <a:rPr sz="1500">
                <a:latin typeface="Calibri"/>
              </a:rPr>
              <a:t>    model="distilbert-base-uncased-finetuned-sst-2-english")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result = classifier("This threat report is alarming.")</a:t>
            </a:r>
          </a:p>
          <a:p>
            <a:r>
              <a:rPr sz="1500">
                <a:latin typeface="Calibri"/>
              </a:rPr>
              <a:t># [{'label': 'NEGATIVE', 'score': 0.98}]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HuggingFace handles tokenisation, model loading,</a:t>
            </a:r>
          </a:p>
          <a:p>
            <a:r>
              <a:rPr sz="1500">
                <a:latin typeface="Calibri"/>
              </a:rPr>
              <a:t>and post-processing automatically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Available</a:t>
            </a:r>
          </a:p>
          <a:p>
            <a:r>
              <a:rPr b="1">
                <a:latin typeface="Calibri"/>
              </a:rPr>
              <a:t>Tasks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Out-of-the-Box NLP Tasks for Security</a:t>
            </a:r>
          </a:p>
        </p:txBody>
      </p:sp>
      <p:pic>
        <p:nvPicPr>
          <p:cNvPr id="3" name="Picture 2" descr="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11247120" cy="36255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Zero-Shot</a:t>
            </a:r>
          </a:p>
          <a:p>
            <a:r>
              <a:rPr b="1">
                <a:latin typeface="Calibri"/>
              </a:rPr>
              <a:t>Classification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Map any security log line</a:t>
            </a:r>
          </a:p>
          <a:p>
            <a:r>
              <a:rPr sz="1400">
                <a:latin typeface="Calibri"/>
              </a:rPr>
              <a:t>to MITRE ATT&amp;CK tactics</a:t>
            </a:r>
          </a:p>
          <a:p>
            <a:r>
              <a:rPr sz="1400">
                <a:latin typeface="Calibri"/>
              </a:rPr>
              <a:t>with zero training data.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Define your categories</a:t>
            </a:r>
          </a:p>
          <a:p>
            <a:r>
              <a:rPr sz="1400">
                <a:latin typeface="Calibri"/>
              </a:rPr>
              <a:t>at call time.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Classify Into Any Categories - No Training Needed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classifier = pipeline("zero-shot-classification",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result = classifier(</a:t>
            </a:r>
          </a:p>
          <a:p>
            <a:r>
              <a:rPr sz="1400">
                <a:latin typeface="Calibri"/>
              </a:rPr>
              <a:t>  "Lateral movement: SMB to 15 hosts",</a:t>
            </a:r>
          </a:p>
          <a:p>
            <a:r>
              <a:rPr sz="1400">
                <a:latin typeface="Calibri"/>
              </a:rPr>
              <a:t>  candidate_labels=["lateral movement",</a:t>
            </a:r>
          </a:p>
          <a:p>
            <a:r>
              <a:rPr sz="1400">
                <a:latin typeface="Calibri"/>
              </a:rPr>
              <a:t>    "data exfiltration", "persistence"]</a:t>
            </a:r>
          </a:p>
          <a:p>
            <a:r>
              <a:rPr sz="1400">
                <a:latin typeface="Calibri"/>
              </a:rPr>
              <a:t>)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Returns labels sorted by confidence</a:t>
            </a:r>
          </a:p>
          <a:p>
            <a:r>
              <a:rPr sz="1400">
                <a:latin typeface="Calibri"/>
              </a:rPr>
              <a:t>Define categories at call time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Sentence Embeddings</a:t>
            </a:r>
          </a:p>
          <a:p>
            <a:r>
              <a:rPr b="1">
                <a:latin typeface="Calibri"/>
              </a:rPr>
              <a:t>and Semantic Search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Foundation of RAG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from sentence_transformers import SentenceTransformer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model = SentenceTransformer('all-MiniLM-L6-v2')</a:t>
            </a:r>
          </a:p>
          <a:p>
            <a:r>
              <a:rPr sz="1500">
                <a:latin typeface="Calibri"/>
              </a:rPr>
              <a:t>embeddings = model.encode(documents)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# Query</a:t>
            </a:r>
          </a:p>
          <a:p>
            <a:r>
              <a:rPr sz="1500">
                <a:latin typeface="Calibri"/>
              </a:rPr>
              <a:t>q_vec = model.encode(['What is CVE-2024-1234?'])</a:t>
            </a:r>
          </a:p>
          <a:p>
            <a:r>
              <a:rPr sz="1500">
                <a:latin typeface="Calibri"/>
              </a:rPr>
              <a:t>similarities = cosine_similarity(q_vec, embeddings)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Similar meaning = similar vectors</a:t>
            </a:r>
          </a:p>
          <a:p>
            <a:r>
              <a:rPr sz="1500">
                <a:latin typeface="Calibri"/>
              </a:rPr>
              <a:t>This is exactly how RAG retrieval works (Lesson 4.4)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Workshop</a:t>
            </a:r>
          </a:p>
          <a:p>
            <a:r>
              <a:rPr b="1">
                <a:latin typeface="Calibri"/>
              </a:rPr>
              <a:t>and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Workshop: 3 Hands-On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Exercise 1:  Zero-shot classification on security logs</a:t>
            </a:r>
          </a:p>
          <a:p>
            <a:r>
              <a:rPr sz="1600">
                <a:latin typeface="Calibri"/>
              </a:rPr>
              <a:t>Exercise 2:  Sentence embeddings - encode, compare, measure similarity</a:t>
            </a:r>
          </a:p>
          <a:p>
            <a:r>
              <a:rPr sz="1600">
                <a:latin typeface="Calibri"/>
              </a:rPr>
              <a:t>Exercise 3:  Build a semantic search engine over a security knowledge base</a:t>
            </a:r>
          </a:p>
          <a:p>
            <a:r>
              <a:rPr sz="1600">
                <a:latin typeface="Calibri"/>
              </a:rPr>
              <a:t/>
            </a:r>
          </a:p>
          <a:p>
            <a:r>
              <a:rPr sz="1600">
                <a:latin typeface="Calibri"/>
              </a:rPr>
              <a:t>First run downloads model weights (~200-500MB), then instant</a:t>
            </a:r>
          </a:p>
          <a:p>
            <a:r>
              <a:rPr sz="1600">
                <a:latin typeface="Calibri"/>
              </a:rPr>
              <a:t>All exercises work on CPU - no GPU required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HuggingFace pipeline API: pre-trained NLP in 3 lines of code</a:t>
            </a:r>
          </a:p>
          <a:p>
            <a:r>
              <a:rPr sz="1500">
                <a:latin typeface="Calibri"/>
              </a:rPr>
              <a:t>Zero-shot classification: any categories, no training data needed</a:t>
            </a:r>
          </a:p>
          <a:p>
            <a:r>
              <a:rPr sz="1500">
                <a:latin typeface="Calibri"/>
              </a:rPr>
              <a:t>Sentence embeddings: meaning as vectors, cosine similarity = semantic match</a:t>
            </a:r>
          </a:p>
          <a:p>
            <a:r>
              <a:rPr sz="1500">
                <a:latin typeface="Calibri"/>
              </a:rPr>
              <a:t>Semantic search: the retrieval component of RAG systems</a:t>
            </a:r>
          </a:p>
          <a:p>
            <a:r>
              <a:rPr sz="1500">
                <a:latin typeface="Calibri"/>
              </a:rPr>
              <a:t>Models download once and cache locally - CPU is sufficient</a:t>
            </a:r>
          </a:p>
          <a:p>
            <a:r>
              <a:rPr sz="1500">
                <a:latin typeface="Calibri"/>
              </a:rPr>
              <a:t>Next: LLM API - build a conversational threat intelligence assistant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Key</a:t>
            </a:r>
          </a:p>
          <a:p>
            <a:r>
              <a:rPr b="1">
                <a:latin typeface="Calibri"/>
              </a:rPr>
              <a:t>Takeaways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Next:  Lesson 4.3 - The LLM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HuggingFace Pre-trained Models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