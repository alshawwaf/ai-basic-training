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1.2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Linear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Predicting a number — regression vs classification</a:t>
            </a:r>
          </a:p>
          <a:p>
            <a:pPr/>
            <a:r>
              <a:t>The equation: y = weight × x + bias</a:t>
            </a:r>
          </a:p>
          <a:p>
            <a:pPr/>
            <a:r>
              <a:t>Real-life example: server response time</a:t>
            </a:r>
          </a:p>
          <a:p>
            <a:pPr/>
            <a:r>
              <a:t>Train/test split and model fitting</a:t>
            </a:r>
          </a:p>
          <a:p>
            <a:pPr/>
            <a:r>
              <a:t>Evaluation: R², RMSE, MAE</a:t>
            </a:r>
          </a:p>
          <a:p>
            <a:pPr/>
            <a:r>
              <a:t>Security application: DoS anomaly detection</a:t>
            </a:r>
          </a:p>
          <a:p>
            <a:pPr/>
            <a:r>
              <a:t>Limitations of linear models</a:t>
            </a:r>
          </a:p>
          <a:p>
            <a:pPr/>
            <a:r>
              <a:t>Workshop: 4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Predicting</a:t>
            </a:r>
          </a:p>
          <a:p>
            <a:r>
              <a:t>a Number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vs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Regression</a:t>
            </a:r>
          </a:p>
          <a:p>
            <a:pPr/>
          </a:p>
          <a:p>
            <a:pPr/>
            <a:r>
              <a:t>Predicts a continuous number</a:t>
            </a:r>
          </a:p>
          <a:p>
            <a:pPr lvl="1"/>
            <a:r>
              <a:t>How many milliseconds?</a:t>
            </a:r>
          </a:p>
          <a:p>
            <a:pPr lvl="1"/>
            <a:r>
              <a:t>How many bytes?</a:t>
            </a:r>
          </a:p>
          <a:p>
            <a:pPr lvl="1"/>
            <a:r>
              <a:t>What temperature?</a:t>
            </a:r>
          </a:p>
          <a:p>
            <a:pPr/>
          </a:p>
          <a:p>
            <a:pPr/>
            <a:r>
              <a:t>Output: 142.7 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pPr/>
            <a:r>
              <a:t>Classification (Lesson 1.3)</a:t>
            </a:r>
          </a:p>
          <a:p>
            <a:pPr/>
          </a:p>
          <a:p>
            <a:pPr/>
            <a:r>
              <a:t>Predicts a category</a:t>
            </a:r>
          </a:p>
          <a:p>
            <a:pPr lvl="1"/>
            <a:r>
              <a:t>Phishing or legitimate?</a:t>
            </a:r>
          </a:p>
          <a:p>
            <a:pPr lvl="1"/>
            <a:r>
              <a:t>Malware or benign?</a:t>
            </a:r>
          </a:p>
          <a:p>
            <a:pPr lvl="1"/>
            <a:r>
              <a:t>Attack or normal?</a:t>
            </a:r>
          </a:p>
          <a:p>
            <a:pPr/>
          </a:p>
          <a:p>
            <a:pPr/>
            <a:r>
              <a:t>Output: phishing (87%)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Equation Behind Linear Regression</a:t>
            </a:r>
          </a:p>
        </p:txBody>
      </p:sp>
      <p:pic>
        <p:nvPicPr>
          <p:cNvPr id="3" name="Picture 2" descr="lr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2569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Server Response</a:t>
            </a:r>
          </a:p>
          <a:p>
            <a:r>
              <a:t>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Fitting a Line Through Server Performance Data</a:t>
            </a:r>
          </a:p>
        </p:txBody>
      </p:sp>
      <p:pic>
        <p:nvPicPr>
          <p:cNvPr id="3" name="Picture 2" descr="l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8229600" cy="50268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— Anomaly detection in 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Predicted = 120ms</a:t>
            </a:r>
          </a:p>
          <a:p>
            <a:r>
              <a:t>Actual = 4,000ms</a:t>
            </a:r>
          </a:p>
          <a:p/>
          <a:p>
            <a:r>
              <a:t>→ Possible DoS attack</a:t>
            </a:r>
          </a:p>
          <a:p>
            <a:r>
              <a:t>or resource exhaustion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 for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Monitoring a web server under load</a:t>
            </a:r>
          </a:p>
          <a:p>
            <a:pPr/>
            <a:r>
              <a:t>As traffic increases, response time goes up</a:t>
            </a:r>
          </a:p>
          <a:p>
            <a:pPr/>
            <a:r>
              <a:t>The model learns the normal relationship</a:t>
            </a:r>
          </a:p>
          <a:p>
            <a:pPr/>
            <a:r>
              <a:t>Then compares actual vs predicted:</a:t>
            </a:r>
          </a:p>
          <a:p>
            <a:pPr lvl="1"/>
            <a:r>
              <a:t>Large gap = something is wrong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Training</a:t>
            </a:r>
          </a:p>
          <a:p>
            <a:r>
              <a:t>the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Fitting and Predicting — The sklearn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Split first — never evaluate on training data:</a:t>
            </a:r>
          </a:p>
          <a:p>
            <a:pPr lvl="1"/>
            <a:r>
              <a:t>X_train, X_test, y_train, y_test = train_test_split(X, y, test_size=0.2)</a:t>
            </a:r>
          </a:p>
          <a:p>
            <a:pPr/>
          </a:p>
          <a:p>
            <a:pPr/>
            <a:r>
              <a:t>Then fit and predict:</a:t>
            </a:r>
          </a:p>
          <a:p>
            <a:pPr lvl="1"/>
            <a:r>
              <a:t>model = LinearRegression()</a:t>
            </a:r>
          </a:p>
          <a:p>
            <a:pPr lvl="1"/>
            <a:r>
              <a:t>model.fit(X_train, y_train)     — learn the line</a:t>
            </a:r>
          </a:p>
          <a:p>
            <a:pPr lvl="1"/>
            <a:r>
              <a:t>y_pred = model.predict(X_test)  — predict on unseen data</a:t>
            </a:r>
          </a:p>
          <a:p>
            <a:pPr/>
          </a:p>
          <a:p>
            <a:pPr/>
            <a:r>
              <a:t>Inspect what the model learned:</a:t>
            </a:r>
          </a:p>
          <a:p>
            <a:pPr lvl="1"/>
            <a:r>
              <a:t>model.coef_       — the slope (ms per req/s)</a:t>
            </a:r>
          </a:p>
          <a:p>
            <a:pPr lvl="1"/>
            <a:r>
              <a:t>model.intercept_  — baseline response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Evaluating</a:t>
            </a:r>
          </a:p>
          <a:p>
            <a:r>
              <a:t>the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Evaluation Metrics</a:t>
            </a:r>
          </a:p>
        </p:txBody>
      </p:sp>
      <p:pic>
        <p:nvPicPr>
          <p:cNvPr id="3" name="Picture 2" descr="lr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8750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Security Application:</a:t>
            </a:r>
          </a:p>
          <a:p>
            <a:r>
              <a:t>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an Anomaly Baseline from the Regression Line</a:t>
            </a:r>
          </a:p>
        </p:txBody>
      </p:sp>
      <p:pic>
        <p:nvPicPr>
          <p:cNvPr id="3" name="Picture 2" descr="lr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9144000" cy="50752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Baseline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Once trained, the model predicts 'expected' response time for any traffic level</a:t>
            </a:r>
          </a:p>
          <a:p>
            <a:pPr/>
            <a:r>
              <a:t>Compare actual vs predicted:</a:t>
            </a:r>
          </a:p>
          <a:p>
            <a:pPr lvl="1"/>
            <a:r>
              <a:t>residual = actual − predicted</a:t>
            </a:r>
          </a:p>
          <a:p>
            <a:pPr lvl="1"/>
            <a:r>
              <a:t>Small residual → normal behaviour</a:t>
            </a:r>
          </a:p>
          <a:p>
            <a:pPr lvl="1"/>
            <a:r>
              <a:t>Large positive residual → server slower than expected → investigate</a:t>
            </a:r>
          </a:p>
          <a:p>
            <a:pPr/>
          </a:p>
          <a:p>
            <a:pPr/>
            <a:r>
              <a:t>Possible causes flagged by anomaly:</a:t>
            </a:r>
          </a:p>
          <a:p>
            <a:pPr lvl="1"/>
            <a:r>
              <a:t>DoS attack saturating resources</a:t>
            </a:r>
          </a:p>
          <a:p>
            <a:pPr lvl="1"/>
            <a:r>
              <a:t>Crypto mining consuming CPU</a:t>
            </a:r>
          </a:p>
          <a:p>
            <a:pPr lvl="1"/>
            <a:r>
              <a:t>Runaway process or memory leak</a:t>
            </a:r>
          </a:p>
          <a:p>
            <a:pPr/>
            <a:r>
              <a:t>This simple technique powers many production anomaly detectors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Limitations &amp;</a:t>
            </a:r>
          </a:p>
          <a:p>
            <a:r>
              <a:t>Workshop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 — Real Servers Are Non-Linear</a:t>
            </a:r>
          </a:p>
        </p:txBody>
      </p:sp>
      <p:pic>
        <p:nvPicPr>
          <p:cNvPr id="3" name="Picture 2" descr="lr_limi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371600"/>
            <a:ext cx="8229600" cy="47804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4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Understanding regression — the dataset, visualising the relationship</a:t>
            </a:r>
          </a:p>
          <a:p>
            <a:pPr/>
            <a:r>
              <a:t>Exercise 2: Train/test split — why we split, the danger of evaluating on training data</a:t>
            </a:r>
          </a:p>
          <a:p>
            <a:pPr/>
            <a:r>
              <a:t>Exercise 3: Fit and predict — model.fit(), slope/intercept, visualise the line</a:t>
            </a:r>
          </a:p>
          <a:p>
            <a:pPr/>
            <a:r>
              <a:t>Exercise 4: Evaluate — MSE, RMSE, MAE, R², build a security baseline</a:t>
            </a:r>
          </a:p>
          <a:p>
            <a:pPr/>
          </a:p>
          <a:p>
            <a:pPr/>
            <a:r>
              <a:t>Each exercise: lecture.md → handson.md → solution_linear_regression.py</a:t>
            </a:r>
          </a:p>
          <a:p>
            <a:pPr/>
            <a:r>
              <a:t>Run your script after each step — verify output before moving 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Linear regression predicts a continuous value: y = weight × x + bias</a:t>
            </a:r>
          </a:p>
          <a:p>
            <a:pPr/>
            <a:r>
              <a:t>The model learns weight and bias by minimising prediction error</a:t>
            </a:r>
          </a:p>
          <a:p>
            <a:pPr/>
            <a:r>
              <a:t>R² measures fit quality; RMSE measures average error in real units</a:t>
            </a:r>
          </a:p>
          <a:p>
            <a:pPr/>
            <a:r>
              <a:t>Always split data into train/test before fitting</a:t>
            </a:r>
          </a:p>
          <a:p>
            <a:pPr/>
            <a:r>
              <a:t>Security use: build a baseline, flag anomalies when actual &gt;&gt; predicted</a:t>
            </a:r>
          </a:p>
          <a:p>
            <a:pPr/>
            <a:r>
              <a:t>Limitation: only captures linear relationships — neural networks handle the rest</a:t>
            </a:r>
          </a:p>
          <a:p>
            <a:pPr/>
            <a:r>
              <a:t>Next: Lesson 1.3 — Logistic Regression (binary classification)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1.3: Logistic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Linear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