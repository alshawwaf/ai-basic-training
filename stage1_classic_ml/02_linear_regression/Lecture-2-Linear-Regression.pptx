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1.2  |  Stage 1: Classic Machine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Linear Regression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Your First Trained Model  -  Predicting Server Response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/>
              <a:t>Regression vs classification - predicting numbers</a:t>
            </a:r>
          </a:p>
          <a:p>
            <a:r>
              <a:rPr sz="1600"/>
              <a:t>The equation: y = coefficient x x + intercept</a:t>
            </a:r>
          </a:p>
          <a:p>
            <a:r>
              <a:rPr sz="1600"/>
              <a:t>Fitting a model to server performance data</a:t>
            </a:r>
          </a:p>
          <a:p>
            <a:r>
              <a:rPr sz="1600"/>
              <a:t>Evaluation metrics: R-squared, RMSE, MAE</a:t>
            </a:r>
          </a:p>
          <a:p>
            <a:r>
              <a:rPr sz="1600"/>
              <a:t>Security application: anomaly detection baseline</a:t>
            </a:r>
          </a:p>
          <a:p>
            <a:r>
              <a:rPr sz="1600"/>
              <a:t>Limitations and what comes 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Regression</a:t>
            </a:r>
          </a:p>
          <a:p>
            <a:r>
              <a:t>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Types of Prediction</a:t>
            </a:r>
          </a:p>
        </p:txBody>
      </p:sp>
      <p:pic>
        <p:nvPicPr>
          <p:cNvPr id="3" name="Picture 2" descr="reg_vs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6468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vs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/>
              <a:t>Regression</a:t>
            </a:r>
          </a:p>
          <a:p>
            <a:r>
              <a:rPr sz="1400"/>
              <a:t/>
            </a:r>
          </a:p>
          <a:p>
            <a:r>
              <a:rPr sz="1400"/>
              <a:t>Output: a continuous number</a:t>
            </a:r>
          </a:p>
          <a:p>
            <a:r>
              <a:rPr sz="1400"/>
              <a:t>  Response time: 247.3 ms</a:t>
            </a:r>
          </a:p>
          <a:p>
            <a:r>
              <a:rPr sz="1400"/>
              <a:t>  Bandwidth: 14.2 Mbps</a:t>
            </a:r>
          </a:p>
          <a:p>
            <a:r>
              <a:rPr sz="1400"/>
              <a:t>  Risk score: 0.73</a:t>
            </a:r>
          </a:p>
          <a:p>
            <a:r>
              <a:rPr sz="1400"/>
              <a:t/>
            </a:r>
          </a:p>
          <a:p>
            <a:r>
              <a:rPr sz="1400"/>
              <a:t>Question: 'How much?'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/>
              <a:t>Classification</a:t>
            </a:r>
          </a:p>
          <a:p>
            <a:r>
              <a:rPr sz="1400"/>
              <a:t/>
            </a:r>
          </a:p>
          <a:p>
            <a:r>
              <a:rPr sz="1400"/>
              <a:t>Output: a category / label</a:t>
            </a:r>
          </a:p>
          <a:p>
            <a:r>
              <a:rPr sz="1400"/>
              <a:t>  Attack or benign</a:t>
            </a:r>
          </a:p>
          <a:p>
            <a:r>
              <a:rPr sz="1400"/>
              <a:t>  Phishing or legitimate</a:t>
            </a:r>
          </a:p>
          <a:p>
            <a:r>
              <a:rPr sz="1400"/>
              <a:t>  Malware family A, B, or C</a:t>
            </a:r>
          </a:p>
          <a:p>
            <a:r>
              <a:rPr sz="1400"/>
              <a:t/>
            </a:r>
          </a:p>
          <a:p>
            <a:r>
              <a:rPr sz="1400"/>
              <a:t>Question: 'Which one?'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Linear Regression Equation</a:t>
            </a:r>
          </a:p>
        </p:txBody>
      </p:sp>
      <p:pic>
        <p:nvPicPr>
          <p:cNvPr id="3" name="Picture 2" descr="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972800" cy="33242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Scenario:</a:t>
            </a:r>
          </a:p>
          <a:p>
            <a:r>
              <a:t>Server Response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Fitting a Line Through 200 Server Measurements</a:t>
            </a:r>
          </a:p>
        </p:txBody>
      </p:sp>
      <p:pic>
        <p:nvPicPr>
          <p:cNvPr id="3" name="Picture 2" descr="scatter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972800" cy="4903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The coefficient and intercept</a:t>
            </a:r>
          </a:p>
          <a:p>
            <a:r>
              <a:rPr sz="1400"/>
              <a:t>are the only two numbers</a:t>
            </a:r>
          </a:p>
          <a:p>
            <a:r>
              <a:rPr sz="1400"/>
              <a:t>the model learns.</a:t>
            </a:r>
          </a:p>
          <a:p>
            <a:r>
              <a:rPr sz="1400"/>
              <a:t/>
            </a:r>
          </a:p>
          <a:p>
            <a:r>
              <a:rPr sz="1400"/>
              <a:t>Everything else follows</a:t>
            </a:r>
          </a:p>
          <a:p>
            <a:r>
              <a:rPr sz="1400"/>
              <a:t>from these.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the Model's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Coefficient (slope) = 0.85</a:t>
            </a:r>
          </a:p>
          <a:p>
            <a:r>
              <a:rPr sz="1400"/>
              <a:t>  Every extra req/s adds 0.85 ms</a:t>
            </a:r>
          </a:p>
          <a:p>
            <a:r>
              <a:rPr sz="1400"/>
              <a:t/>
            </a:r>
          </a:p>
          <a:p>
            <a:r>
              <a:rPr sz="1400"/>
              <a:t>Intercept (bias) = 40 ms</a:t>
            </a:r>
          </a:p>
          <a:p>
            <a:r>
              <a:rPr sz="1400"/>
              <a:t>  Baseline latency at zero traffic</a:t>
            </a:r>
          </a:p>
          <a:p>
            <a:r>
              <a:rPr sz="1400"/>
              <a:t/>
            </a:r>
          </a:p>
          <a:p>
            <a:r>
              <a:rPr sz="1400"/>
              <a:t>To predict at 300 req/s:</a:t>
            </a:r>
          </a:p>
          <a:p>
            <a:r>
              <a:rPr sz="1400"/>
              <a:t>  0.85 x 300 + 40 = 295 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Fitting the Model</a:t>
            </a:r>
          </a:p>
          <a:p>
            <a:r>
              <a:t>and Measuring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sklearn Pipeline - Five Steps</a:t>
            </a:r>
          </a:p>
        </p:txBody>
      </p:sp>
      <p:pic>
        <p:nvPicPr>
          <p:cNvPr id="3" name="Picture 2" descr="api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31491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Code - Four Lines That Do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X_train, X_test, y_train, y_test = train_test_split(X, y, test_size=0.2)</a:t>
            </a:r>
          </a:p>
          <a:p>
            <a:r>
              <a:rPr sz="1500"/>
              <a:t/>
            </a:r>
          </a:p>
          <a:p>
            <a:r>
              <a:rPr sz="1500"/>
              <a:t>model = LinearRegression()</a:t>
            </a:r>
          </a:p>
          <a:p>
            <a:r>
              <a:rPr sz="1500"/>
              <a:t>model.fit(X_train, y_train)          # learn slope + intercept</a:t>
            </a:r>
          </a:p>
          <a:p>
            <a:r>
              <a:rPr sz="1500"/>
              <a:t>y_pred = model.predict(X_test)     # predict on unseen data</a:t>
            </a:r>
          </a:p>
          <a:p>
            <a:r>
              <a:rPr sz="1500"/>
              <a:t/>
            </a:r>
          </a:p>
          <a:p>
            <a:r>
              <a:rPr sz="1500"/>
              <a:t>print(model.coef_)          # the learned coefficient</a:t>
            </a:r>
          </a:p>
          <a:p>
            <a:r>
              <a:rPr sz="1500"/>
              <a:t>print(model.intercept_)   # the learned intercept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Evaluation Metrics</a:t>
            </a:r>
          </a:p>
        </p:txBody>
      </p:sp>
      <p:pic>
        <p:nvPicPr>
          <p:cNvPr id="3" name="Picture 2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4511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Security Application:</a:t>
            </a:r>
          </a:p>
          <a:p>
            <a:r>
              <a:t>Anomaly 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the Regression Line as an Anomaly Baseline</a:t>
            </a:r>
          </a:p>
        </p:txBody>
      </p:sp>
      <p:pic>
        <p:nvPicPr>
          <p:cNvPr id="3" name="Picture 2" descr="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6003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This is the foundation</a:t>
            </a:r>
          </a:p>
          <a:p>
            <a:r>
              <a:rPr sz="1400"/>
              <a:t>of anomaly detection:</a:t>
            </a:r>
          </a:p>
          <a:p>
            <a:r>
              <a:rPr sz="1400"/>
              <a:t>build a baseline of</a:t>
            </a:r>
          </a:p>
          <a:p>
            <a:r>
              <a:rPr sz="1400"/>
              <a:t>'normal', then flag</a:t>
            </a:r>
          </a:p>
          <a:p>
            <a:r>
              <a:rPr sz="1400"/>
              <a:t>deviations.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Anomaly Baseline Works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1. Train on normal traffic only</a:t>
            </a:r>
          </a:p>
          <a:p>
            <a:r>
              <a:rPr sz="1400"/>
              <a:t>2. For each new connection:</a:t>
            </a:r>
          </a:p>
          <a:p>
            <a:r>
              <a:rPr sz="1400"/>
              <a:t>   predicted = model.predict(req_per_sec)</a:t>
            </a:r>
          </a:p>
          <a:p>
            <a:r>
              <a:rPr sz="1400"/>
              <a:t>   residual = actual - predicted</a:t>
            </a:r>
          </a:p>
          <a:p>
            <a:r>
              <a:rPr sz="1400"/>
              <a:t>3. If residual &gt; threshold: FLAG</a:t>
            </a:r>
          </a:p>
          <a:p>
            <a:r>
              <a:rPr sz="1400"/>
              <a:t/>
            </a:r>
          </a:p>
          <a:p>
            <a:r>
              <a:rPr sz="1400"/>
              <a:t>Threshold = 2 x RMSE works well</a:t>
            </a:r>
          </a:p>
          <a:p>
            <a:r>
              <a:rPr sz="1400"/>
              <a:t>Residual of 700ms when expected 250ms</a:t>
            </a:r>
          </a:p>
          <a:p>
            <a:r>
              <a:rPr sz="1400"/>
              <a:t>  = clear anomaly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Limitations</a:t>
            </a:r>
          </a:p>
          <a:p>
            <a: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Limitation: Only Captures Linear Relationships</a:t>
            </a:r>
          </a:p>
        </p:txBody>
      </p:sp>
      <p:pic>
        <p:nvPicPr>
          <p:cNvPr id="3" name="Picture 2" descr="non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43958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Exercise 1:  Regression vs classification - explore the dataset</a:t>
            </a:r>
          </a:p>
          <a:p>
            <a:r>
              <a:rPr sz="1600"/>
              <a:t>Exercise 2:  Train/test split - why we hold out data</a:t>
            </a:r>
          </a:p>
          <a:p>
            <a:r>
              <a:rPr sz="1600"/>
              <a:t>Exercise 3:  Fit and predict - train the model, plot the line</a:t>
            </a:r>
          </a:p>
          <a:p>
            <a:r>
              <a:rPr sz="1600"/>
              <a:t>Exercise 4:  Evaluate - R-squared, RMSE, MAE, build a security baseline</a:t>
            </a:r>
          </a:p>
          <a:p>
            <a:r>
              <a:rPr sz="1600"/>
              <a:t/>
            </a:r>
          </a:p>
          <a:p>
            <a:r>
              <a:rPr sz="1600"/>
              <a:t>Each exercise: lecture.md (concept) + handson.md (build it yourself)</a:t>
            </a:r>
          </a:p>
          <a:p>
            <a:r>
              <a:rPr sz="1600"/>
              <a:t>Solution files provided to check your 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Linear regression predicts a number: y = coefficient x x + intercept</a:t>
            </a:r>
          </a:p>
          <a:p>
            <a:r>
              <a:rPr sz="1500"/>
              <a:t>The model learns just two values: slope and intercept</a:t>
            </a:r>
          </a:p>
          <a:p>
            <a:r>
              <a:rPr sz="1500"/>
              <a:t>R-squared, RMSE, and MAE measure how well the line fits</a:t>
            </a:r>
          </a:p>
          <a:p>
            <a:r>
              <a:rPr sz="1500"/>
              <a:t>A trained baseline flags anomalous response times (possible DoS)</a:t>
            </a:r>
          </a:p>
          <a:p>
            <a:r>
              <a:rPr sz="1500"/>
              <a:t>Limitation: only works for linear relationships</a:t>
            </a:r>
          </a:p>
          <a:p>
            <a:r>
              <a:rPr sz="1500"/>
              <a:t>Next: Logistic Regression - from numbers to yes/no decisions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</a:t>
            </a:r>
          </a:p>
          <a:p>
            <a:r>
              <a:t>Takeaways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Next:  Lesson 1.3 - Logistic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Linear Regression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